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21.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2" r:id="rId1"/>
    <p:sldMasterId id="2147483710" r:id="rId2"/>
  </p:sldMasterIdLst>
  <p:notesMasterIdLst>
    <p:notesMasterId r:id="rId39"/>
  </p:notesMasterIdLst>
  <p:sldIdLst>
    <p:sldId id="256" r:id="rId3"/>
    <p:sldId id="351" r:id="rId4"/>
    <p:sldId id="352" r:id="rId5"/>
    <p:sldId id="349" r:id="rId6"/>
    <p:sldId id="384" r:id="rId7"/>
    <p:sldId id="385" r:id="rId8"/>
    <p:sldId id="386" r:id="rId9"/>
    <p:sldId id="387" r:id="rId10"/>
    <p:sldId id="388" r:id="rId11"/>
    <p:sldId id="389" r:id="rId12"/>
    <p:sldId id="390" r:id="rId13"/>
    <p:sldId id="391" r:id="rId14"/>
    <p:sldId id="392" r:id="rId15"/>
    <p:sldId id="393" r:id="rId16"/>
    <p:sldId id="394" r:id="rId17"/>
    <p:sldId id="395" r:id="rId18"/>
    <p:sldId id="398" r:id="rId19"/>
    <p:sldId id="399" r:id="rId20"/>
    <p:sldId id="401" r:id="rId21"/>
    <p:sldId id="402" r:id="rId22"/>
    <p:sldId id="403" r:id="rId23"/>
    <p:sldId id="404" r:id="rId24"/>
    <p:sldId id="405" r:id="rId25"/>
    <p:sldId id="406" r:id="rId26"/>
    <p:sldId id="407" r:id="rId27"/>
    <p:sldId id="408" r:id="rId28"/>
    <p:sldId id="361" r:id="rId29"/>
    <p:sldId id="362" r:id="rId30"/>
    <p:sldId id="363" r:id="rId31"/>
    <p:sldId id="364" r:id="rId32"/>
    <p:sldId id="365" r:id="rId33"/>
    <p:sldId id="366" r:id="rId34"/>
    <p:sldId id="370" r:id="rId35"/>
    <p:sldId id="377" r:id="rId36"/>
    <p:sldId id="378" r:id="rId37"/>
    <p:sldId id="321" r:id="rId3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049DE946-0491-472B-B50A-7AE3D50BBDD4}">
          <p14:sldIdLst>
            <p14:sldId id="256"/>
            <p14:sldId id="351"/>
            <p14:sldId id="352"/>
          </p14:sldIdLst>
        </p14:section>
        <p14:section name="What is .NET" id="{C949055E-8860-479F-8917-B873D34E9D3E}">
          <p14:sldIdLst>
            <p14:sldId id="349"/>
            <p14:sldId id="384"/>
            <p14:sldId id="385"/>
            <p14:sldId id="386"/>
            <p14:sldId id="387"/>
          </p14:sldIdLst>
        </p14:section>
        <p14:section name="Intermediate Language" id="{84F7326B-FDF0-4B9A-83B0-CFCF2ED0466A}">
          <p14:sldIdLst>
            <p14:sldId id="388"/>
            <p14:sldId id="389"/>
            <p14:sldId id="390"/>
            <p14:sldId id="391"/>
            <p14:sldId id="392"/>
            <p14:sldId id="393"/>
            <p14:sldId id="394"/>
            <p14:sldId id="395"/>
            <p14:sldId id="398"/>
            <p14:sldId id="399"/>
            <p14:sldId id="401"/>
            <p14:sldId id="402"/>
            <p14:sldId id="403"/>
            <p14:sldId id="404"/>
            <p14:sldId id="405"/>
            <p14:sldId id="406"/>
            <p14:sldId id="407"/>
            <p14:sldId id="408"/>
            <p14:sldId id="361"/>
            <p14:sldId id="362"/>
            <p14:sldId id="363"/>
            <p14:sldId id="364"/>
          </p14:sldIdLst>
        </p14:section>
        <p14:section name="Assemblies" id="{2D8FB53C-6A00-4F31-A16E-952B61B9443B}">
          <p14:sldIdLst>
            <p14:sldId id="365"/>
            <p14:sldId id="366"/>
            <p14:sldId id="370"/>
          </p14:sldIdLst>
        </p14:section>
        <p14:section name="Namespaces" id="{B0340EA1-6D83-4103-A738-3EBAAB0012AC}">
          <p14:sldIdLst>
            <p14:sldId id="377"/>
            <p14:sldId id="378"/>
            <p14:sldId id="32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C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643" autoAdjust="0"/>
    <p:restoredTop sz="94660"/>
  </p:normalViewPr>
  <p:slideViewPr>
    <p:cSldViewPr snapToGrid="0">
      <p:cViewPr varScale="1">
        <p:scale>
          <a:sx n="79" d="100"/>
          <a:sy n="79" d="100"/>
        </p:scale>
        <p:origin x="86" y="69"/>
      </p:cViewPr>
      <p:guideLst/>
    </p:cSldViewPr>
  </p:slideViewPr>
  <p:notesTextViewPr>
    <p:cViewPr>
      <p:scale>
        <a:sx n="1" d="1"/>
        <a:sy n="1" d="1"/>
      </p:scale>
      <p:origin x="0" y="0"/>
    </p:cViewPr>
  </p:notesTextViewPr>
  <p:sorterViewPr>
    <p:cViewPr>
      <p:scale>
        <a:sx n="50" d="100"/>
        <a:sy n="50" d="100"/>
      </p:scale>
      <p:origin x="0" y="-1709"/>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notesMaster" Target="notesMasters/notesMaster1.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theme" Target="theme/them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00124FE-F544-4D29-82DF-F453E03A2EA3}" type="doc">
      <dgm:prSet loTypeId="urn:microsoft.com/office/officeart/2005/8/layout/radial4" loCatId="relationship" qsTypeId="urn:microsoft.com/office/officeart/2005/8/quickstyle/3d9" qsCatId="3D" csTypeId="urn:microsoft.com/office/officeart/2005/8/colors/accent2_2" csCatId="accent2" phldr="1"/>
      <dgm:spPr/>
      <dgm:t>
        <a:bodyPr/>
        <a:lstStyle/>
        <a:p>
          <a:endParaRPr lang="en-US"/>
        </a:p>
      </dgm:t>
    </dgm:pt>
    <dgm:pt modelId="{60241D9C-4254-4F95-8A0E-8A028A895A3E}">
      <dgm:prSet phldrT="[Text]"/>
      <dgm:spPr/>
      <dgm:t>
        <a:bodyPr/>
        <a:lstStyle/>
        <a:p>
          <a:r>
            <a:rPr lang="en-US" dirty="0"/>
            <a:t>IL</a:t>
          </a:r>
        </a:p>
      </dgm:t>
    </dgm:pt>
    <dgm:pt modelId="{E51FD1DA-3A18-428F-9A15-7F758F28756A}" type="parTrans" cxnId="{E299C6BA-B9B5-4461-9451-9AC80489EB73}">
      <dgm:prSet/>
      <dgm:spPr/>
      <dgm:t>
        <a:bodyPr/>
        <a:lstStyle/>
        <a:p>
          <a:endParaRPr lang="en-US"/>
        </a:p>
      </dgm:t>
    </dgm:pt>
    <dgm:pt modelId="{ABB85D09-3280-471A-BC14-D7F1D8CDD47E}" type="sibTrans" cxnId="{E299C6BA-B9B5-4461-9451-9AC80489EB73}">
      <dgm:prSet/>
      <dgm:spPr/>
      <dgm:t>
        <a:bodyPr/>
        <a:lstStyle/>
        <a:p>
          <a:endParaRPr lang="en-US"/>
        </a:p>
      </dgm:t>
    </dgm:pt>
    <dgm:pt modelId="{C738852A-A738-4B55-8E40-259C31E8BD87}">
      <dgm:prSet phldrT="[Text]"/>
      <dgm:spPr/>
      <dgm:t>
        <a:bodyPr/>
        <a:lstStyle/>
        <a:p>
          <a:r>
            <a:rPr lang="en-US" dirty="0"/>
            <a:t>C#</a:t>
          </a:r>
        </a:p>
      </dgm:t>
    </dgm:pt>
    <dgm:pt modelId="{7F9AD4CD-8856-4503-8BD1-81B9689D7766}" type="parTrans" cxnId="{D903C820-8F03-4D49-9136-57FC94C5E38E}">
      <dgm:prSet/>
      <dgm:spPr/>
      <dgm:t>
        <a:bodyPr/>
        <a:lstStyle/>
        <a:p>
          <a:endParaRPr lang="en-US"/>
        </a:p>
      </dgm:t>
    </dgm:pt>
    <dgm:pt modelId="{1DCA3908-1ACE-4A56-8478-7A875E78E2B4}" type="sibTrans" cxnId="{D903C820-8F03-4D49-9136-57FC94C5E38E}">
      <dgm:prSet/>
      <dgm:spPr/>
      <dgm:t>
        <a:bodyPr/>
        <a:lstStyle/>
        <a:p>
          <a:endParaRPr lang="en-US"/>
        </a:p>
      </dgm:t>
    </dgm:pt>
    <dgm:pt modelId="{56F3DC2E-3B0A-43E7-A6D5-08D031F09D6F}">
      <dgm:prSet phldrT="[Text]"/>
      <dgm:spPr/>
      <dgm:t>
        <a:bodyPr/>
        <a:lstStyle/>
        <a:p>
          <a:r>
            <a:rPr lang="en-US" dirty="0"/>
            <a:t>Visual Basic</a:t>
          </a:r>
        </a:p>
      </dgm:t>
    </dgm:pt>
    <dgm:pt modelId="{D3F8EB4A-FB4F-441C-AEC2-6E13439EAA47}" type="parTrans" cxnId="{85248E96-E2CB-483A-9B0D-9FFD4862BA23}">
      <dgm:prSet/>
      <dgm:spPr/>
      <dgm:t>
        <a:bodyPr/>
        <a:lstStyle/>
        <a:p>
          <a:endParaRPr lang="en-US"/>
        </a:p>
      </dgm:t>
    </dgm:pt>
    <dgm:pt modelId="{A54834FF-EDB1-4DC2-8C09-CB1A18789522}" type="sibTrans" cxnId="{85248E96-E2CB-483A-9B0D-9FFD4862BA23}">
      <dgm:prSet/>
      <dgm:spPr/>
      <dgm:t>
        <a:bodyPr/>
        <a:lstStyle/>
        <a:p>
          <a:endParaRPr lang="en-US"/>
        </a:p>
      </dgm:t>
    </dgm:pt>
    <dgm:pt modelId="{4CC85498-623C-43AB-A88F-4692C6D5742F}">
      <dgm:prSet phldrT="[Text]"/>
      <dgm:spPr/>
      <dgm:t>
        <a:bodyPr/>
        <a:lstStyle/>
        <a:p>
          <a:r>
            <a:rPr lang="en-US" dirty="0"/>
            <a:t>C++</a:t>
          </a:r>
        </a:p>
      </dgm:t>
    </dgm:pt>
    <dgm:pt modelId="{5A5E6E34-CBEE-485B-87E9-BA45E2FEA1CC}" type="parTrans" cxnId="{00FB8033-1D19-40F2-B01B-5C16D624626F}">
      <dgm:prSet/>
      <dgm:spPr/>
      <dgm:t>
        <a:bodyPr/>
        <a:lstStyle/>
        <a:p>
          <a:endParaRPr lang="en-US"/>
        </a:p>
      </dgm:t>
    </dgm:pt>
    <dgm:pt modelId="{BCD8B53B-47CB-4201-9B5E-657DE85AE881}" type="sibTrans" cxnId="{00FB8033-1D19-40F2-B01B-5C16D624626F}">
      <dgm:prSet/>
      <dgm:spPr/>
      <dgm:t>
        <a:bodyPr/>
        <a:lstStyle/>
        <a:p>
          <a:endParaRPr lang="en-US"/>
        </a:p>
      </dgm:t>
    </dgm:pt>
    <dgm:pt modelId="{CEF33E3C-6CD1-4252-8476-A1443325153C}">
      <dgm:prSet phldrT="[Text]"/>
      <dgm:spPr/>
      <dgm:t>
        <a:bodyPr/>
        <a:lstStyle/>
        <a:p>
          <a:r>
            <a:rPr lang="en-US" dirty="0"/>
            <a:t>F#</a:t>
          </a:r>
        </a:p>
      </dgm:t>
    </dgm:pt>
    <dgm:pt modelId="{066FC74C-E03D-41AA-B06C-EDD737B864F9}" type="parTrans" cxnId="{92628F41-2892-4D5D-A5CA-C4312AED540C}">
      <dgm:prSet/>
      <dgm:spPr/>
      <dgm:t>
        <a:bodyPr/>
        <a:lstStyle/>
        <a:p>
          <a:endParaRPr lang="en-US"/>
        </a:p>
      </dgm:t>
    </dgm:pt>
    <dgm:pt modelId="{BBE1A974-8486-4A14-A16D-F4E95949B84A}" type="sibTrans" cxnId="{92628F41-2892-4D5D-A5CA-C4312AED540C}">
      <dgm:prSet/>
      <dgm:spPr/>
      <dgm:t>
        <a:bodyPr/>
        <a:lstStyle/>
        <a:p>
          <a:endParaRPr lang="en-US"/>
        </a:p>
      </dgm:t>
    </dgm:pt>
    <dgm:pt modelId="{1DA8A52F-5D31-4DB5-977D-93D3AA985F39}" type="pres">
      <dgm:prSet presAssocID="{500124FE-F544-4D29-82DF-F453E03A2EA3}" presName="cycle" presStyleCnt="0">
        <dgm:presLayoutVars>
          <dgm:chMax val="1"/>
          <dgm:dir/>
          <dgm:animLvl val="ctr"/>
          <dgm:resizeHandles val="exact"/>
        </dgm:presLayoutVars>
      </dgm:prSet>
      <dgm:spPr/>
    </dgm:pt>
    <dgm:pt modelId="{A5D25B6B-3F1C-446A-801F-9BA05A7D5A93}" type="pres">
      <dgm:prSet presAssocID="{60241D9C-4254-4F95-8A0E-8A028A895A3E}" presName="centerShape" presStyleLbl="node0" presStyleIdx="0" presStyleCnt="1" custLinFactNeighborX="-645" custLinFactNeighborY="215"/>
      <dgm:spPr/>
    </dgm:pt>
    <dgm:pt modelId="{E5CBC3EB-CA45-4A64-81A8-65B22C533EA6}" type="pres">
      <dgm:prSet presAssocID="{7F9AD4CD-8856-4503-8BD1-81B9689D7766}" presName="parTrans" presStyleLbl="bgSibTrans2D1" presStyleIdx="0" presStyleCnt="4"/>
      <dgm:spPr/>
    </dgm:pt>
    <dgm:pt modelId="{575CFE5A-A3B3-4DA0-A745-2592B4F6C238}" type="pres">
      <dgm:prSet presAssocID="{C738852A-A738-4B55-8E40-259C31E8BD87}" presName="node" presStyleLbl="node1" presStyleIdx="0" presStyleCnt="4">
        <dgm:presLayoutVars>
          <dgm:bulletEnabled val="1"/>
        </dgm:presLayoutVars>
      </dgm:prSet>
      <dgm:spPr/>
    </dgm:pt>
    <dgm:pt modelId="{4845AD18-8637-4AB5-AF83-E0821E11EE7B}" type="pres">
      <dgm:prSet presAssocID="{D3F8EB4A-FB4F-441C-AEC2-6E13439EAA47}" presName="parTrans" presStyleLbl="bgSibTrans2D1" presStyleIdx="1" presStyleCnt="4"/>
      <dgm:spPr/>
    </dgm:pt>
    <dgm:pt modelId="{A13EEEA4-0D20-404E-8AFB-5F987669E5D7}" type="pres">
      <dgm:prSet presAssocID="{56F3DC2E-3B0A-43E7-A6D5-08D031F09D6F}" presName="node" presStyleLbl="node1" presStyleIdx="1" presStyleCnt="4">
        <dgm:presLayoutVars>
          <dgm:bulletEnabled val="1"/>
        </dgm:presLayoutVars>
      </dgm:prSet>
      <dgm:spPr/>
    </dgm:pt>
    <dgm:pt modelId="{A81952B1-59D1-4792-A7E4-299902BDF290}" type="pres">
      <dgm:prSet presAssocID="{5A5E6E34-CBEE-485B-87E9-BA45E2FEA1CC}" presName="parTrans" presStyleLbl="bgSibTrans2D1" presStyleIdx="2" presStyleCnt="4"/>
      <dgm:spPr/>
    </dgm:pt>
    <dgm:pt modelId="{73D06C4A-2381-4042-A5A8-90B577A73FB5}" type="pres">
      <dgm:prSet presAssocID="{4CC85498-623C-43AB-A88F-4692C6D5742F}" presName="node" presStyleLbl="node1" presStyleIdx="2" presStyleCnt="4">
        <dgm:presLayoutVars>
          <dgm:bulletEnabled val="1"/>
        </dgm:presLayoutVars>
      </dgm:prSet>
      <dgm:spPr/>
    </dgm:pt>
    <dgm:pt modelId="{210D9B78-20BF-4E63-982A-EE9F3B544E8F}" type="pres">
      <dgm:prSet presAssocID="{066FC74C-E03D-41AA-B06C-EDD737B864F9}" presName="parTrans" presStyleLbl="bgSibTrans2D1" presStyleIdx="3" presStyleCnt="4"/>
      <dgm:spPr/>
    </dgm:pt>
    <dgm:pt modelId="{7C60FBD7-94EA-4494-AF61-AD4F06FEC4FF}" type="pres">
      <dgm:prSet presAssocID="{CEF33E3C-6CD1-4252-8476-A1443325153C}" presName="node" presStyleLbl="node1" presStyleIdx="3" presStyleCnt="4">
        <dgm:presLayoutVars>
          <dgm:bulletEnabled val="1"/>
        </dgm:presLayoutVars>
      </dgm:prSet>
      <dgm:spPr/>
    </dgm:pt>
  </dgm:ptLst>
  <dgm:cxnLst>
    <dgm:cxn modelId="{B0CAB76A-27ED-4938-B355-5B71F3DCA9BA}" type="presOf" srcId="{5A5E6E34-CBEE-485B-87E9-BA45E2FEA1CC}" destId="{A81952B1-59D1-4792-A7E4-299902BDF290}" srcOrd="0" destOrd="0" presId="urn:microsoft.com/office/officeart/2005/8/layout/radial4"/>
    <dgm:cxn modelId="{D605EE6B-0EDB-4B5A-A121-1B942AA615D4}" type="presOf" srcId="{56F3DC2E-3B0A-43E7-A6D5-08D031F09D6F}" destId="{A13EEEA4-0D20-404E-8AFB-5F987669E5D7}" srcOrd="0" destOrd="0" presId="urn:microsoft.com/office/officeart/2005/8/layout/radial4"/>
    <dgm:cxn modelId="{82E26D93-220E-449A-BEE9-0DD1BF751EDE}" type="presOf" srcId="{D3F8EB4A-FB4F-441C-AEC2-6E13439EAA47}" destId="{4845AD18-8637-4AB5-AF83-E0821E11EE7B}" srcOrd="0" destOrd="0" presId="urn:microsoft.com/office/officeart/2005/8/layout/radial4"/>
    <dgm:cxn modelId="{E299C6BA-B9B5-4461-9451-9AC80489EB73}" srcId="{500124FE-F544-4D29-82DF-F453E03A2EA3}" destId="{60241D9C-4254-4F95-8A0E-8A028A895A3E}" srcOrd="0" destOrd="0" parTransId="{E51FD1DA-3A18-428F-9A15-7F758F28756A}" sibTransId="{ABB85D09-3280-471A-BC14-D7F1D8CDD47E}"/>
    <dgm:cxn modelId="{D903C820-8F03-4D49-9136-57FC94C5E38E}" srcId="{60241D9C-4254-4F95-8A0E-8A028A895A3E}" destId="{C738852A-A738-4B55-8E40-259C31E8BD87}" srcOrd="0" destOrd="0" parTransId="{7F9AD4CD-8856-4503-8BD1-81B9689D7766}" sibTransId="{1DCA3908-1ACE-4A56-8478-7A875E78E2B4}"/>
    <dgm:cxn modelId="{0ADAFBC7-4444-43C6-82B3-38DC2F6AF867}" type="presOf" srcId="{066FC74C-E03D-41AA-B06C-EDD737B864F9}" destId="{210D9B78-20BF-4E63-982A-EE9F3B544E8F}" srcOrd="0" destOrd="0" presId="urn:microsoft.com/office/officeart/2005/8/layout/radial4"/>
    <dgm:cxn modelId="{086C1DE0-6C9D-46B9-AC59-2D391E404B89}" type="presOf" srcId="{7F9AD4CD-8856-4503-8BD1-81B9689D7766}" destId="{E5CBC3EB-CA45-4A64-81A8-65B22C533EA6}" srcOrd="0" destOrd="0" presId="urn:microsoft.com/office/officeart/2005/8/layout/radial4"/>
    <dgm:cxn modelId="{85248E96-E2CB-483A-9B0D-9FFD4862BA23}" srcId="{60241D9C-4254-4F95-8A0E-8A028A895A3E}" destId="{56F3DC2E-3B0A-43E7-A6D5-08D031F09D6F}" srcOrd="1" destOrd="0" parTransId="{D3F8EB4A-FB4F-441C-AEC2-6E13439EAA47}" sibTransId="{A54834FF-EDB1-4DC2-8C09-CB1A18789522}"/>
    <dgm:cxn modelId="{39FBE0B5-55B4-470F-8B71-9964BE53353F}" type="presOf" srcId="{CEF33E3C-6CD1-4252-8476-A1443325153C}" destId="{7C60FBD7-94EA-4494-AF61-AD4F06FEC4FF}" srcOrd="0" destOrd="0" presId="urn:microsoft.com/office/officeart/2005/8/layout/radial4"/>
    <dgm:cxn modelId="{71FD6372-C149-4848-8492-B7FF20CF7F9B}" type="presOf" srcId="{4CC85498-623C-43AB-A88F-4692C6D5742F}" destId="{73D06C4A-2381-4042-A5A8-90B577A73FB5}" srcOrd="0" destOrd="0" presId="urn:microsoft.com/office/officeart/2005/8/layout/radial4"/>
    <dgm:cxn modelId="{00FB8033-1D19-40F2-B01B-5C16D624626F}" srcId="{60241D9C-4254-4F95-8A0E-8A028A895A3E}" destId="{4CC85498-623C-43AB-A88F-4692C6D5742F}" srcOrd="2" destOrd="0" parTransId="{5A5E6E34-CBEE-485B-87E9-BA45E2FEA1CC}" sibTransId="{BCD8B53B-47CB-4201-9B5E-657DE85AE881}"/>
    <dgm:cxn modelId="{84317150-F2F9-4CA5-921F-1257B8338DC6}" type="presOf" srcId="{500124FE-F544-4D29-82DF-F453E03A2EA3}" destId="{1DA8A52F-5D31-4DB5-977D-93D3AA985F39}" srcOrd="0" destOrd="0" presId="urn:microsoft.com/office/officeart/2005/8/layout/radial4"/>
    <dgm:cxn modelId="{C2C03D49-C75E-4392-8385-F35A2EF35F62}" type="presOf" srcId="{C738852A-A738-4B55-8E40-259C31E8BD87}" destId="{575CFE5A-A3B3-4DA0-A745-2592B4F6C238}" srcOrd="0" destOrd="0" presId="urn:microsoft.com/office/officeart/2005/8/layout/radial4"/>
    <dgm:cxn modelId="{92628F41-2892-4D5D-A5CA-C4312AED540C}" srcId="{60241D9C-4254-4F95-8A0E-8A028A895A3E}" destId="{CEF33E3C-6CD1-4252-8476-A1443325153C}" srcOrd="3" destOrd="0" parTransId="{066FC74C-E03D-41AA-B06C-EDD737B864F9}" sibTransId="{BBE1A974-8486-4A14-A16D-F4E95949B84A}"/>
    <dgm:cxn modelId="{3F513947-82CA-4454-B333-8778E044EC41}" type="presOf" srcId="{60241D9C-4254-4F95-8A0E-8A028A895A3E}" destId="{A5D25B6B-3F1C-446A-801F-9BA05A7D5A93}" srcOrd="0" destOrd="0" presId="urn:microsoft.com/office/officeart/2005/8/layout/radial4"/>
    <dgm:cxn modelId="{FD67C13A-DCA1-4927-9484-8CE7FA46B737}" type="presParOf" srcId="{1DA8A52F-5D31-4DB5-977D-93D3AA985F39}" destId="{A5D25B6B-3F1C-446A-801F-9BA05A7D5A93}" srcOrd="0" destOrd="0" presId="urn:microsoft.com/office/officeart/2005/8/layout/radial4"/>
    <dgm:cxn modelId="{1F818C33-E2FF-428D-B01E-C63174D12292}" type="presParOf" srcId="{1DA8A52F-5D31-4DB5-977D-93D3AA985F39}" destId="{E5CBC3EB-CA45-4A64-81A8-65B22C533EA6}" srcOrd="1" destOrd="0" presId="urn:microsoft.com/office/officeart/2005/8/layout/radial4"/>
    <dgm:cxn modelId="{FF8987C1-046F-47D8-8F55-8D67014E7D8F}" type="presParOf" srcId="{1DA8A52F-5D31-4DB5-977D-93D3AA985F39}" destId="{575CFE5A-A3B3-4DA0-A745-2592B4F6C238}" srcOrd="2" destOrd="0" presId="urn:microsoft.com/office/officeart/2005/8/layout/radial4"/>
    <dgm:cxn modelId="{F70E7981-1777-458C-81E0-25D7D7F6E268}" type="presParOf" srcId="{1DA8A52F-5D31-4DB5-977D-93D3AA985F39}" destId="{4845AD18-8637-4AB5-AF83-E0821E11EE7B}" srcOrd="3" destOrd="0" presId="urn:microsoft.com/office/officeart/2005/8/layout/radial4"/>
    <dgm:cxn modelId="{78639127-98FC-4359-A94C-C49C585DFB38}" type="presParOf" srcId="{1DA8A52F-5D31-4DB5-977D-93D3AA985F39}" destId="{A13EEEA4-0D20-404E-8AFB-5F987669E5D7}" srcOrd="4" destOrd="0" presId="urn:microsoft.com/office/officeart/2005/8/layout/radial4"/>
    <dgm:cxn modelId="{0EC89C0D-03A2-4417-BF96-318FD8BCBE1A}" type="presParOf" srcId="{1DA8A52F-5D31-4DB5-977D-93D3AA985F39}" destId="{A81952B1-59D1-4792-A7E4-299902BDF290}" srcOrd="5" destOrd="0" presId="urn:microsoft.com/office/officeart/2005/8/layout/radial4"/>
    <dgm:cxn modelId="{4A34ED22-E029-40F4-8507-DF3E08B57279}" type="presParOf" srcId="{1DA8A52F-5D31-4DB5-977D-93D3AA985F39}" destId="{73D06C4A-2381-4042-A5A8-90B577A73FB5}" srcOrd="6" destOrd="0" presId="urn:microsoft.com/office/officeart/2005/8/layout/radial4"/>
    <dgm:cxn modelId="{00A1E8DD-172D-4032-9D83-7771EECDEEA7}" type="presParOf" srcId="{1DA8A52F-5D31-4DB5-977D-93D3AA985F39}" destId="{210D9B78-20BF-4E63-982A-EE9F3B544E8F}" srcOrd="7" destOrd="0" presId="urn:microsoft.com/office/officeart/2005/8/layout/radial4"/>
    <dgm:cxn modelId="{32B08AAF-36B7-4DA6-B674-71E049895134}" type="presParOf" srcId="{1DA8A52F-5D31-4DB5-977D-93D3AA985F39}" destId="{7C60FBD7-94EA-4494-AF61-AD4F06FEC4FF}" srcOrd="8" destOrd="0" presId="urn:microsoft.com/office/officeart/2005/8/layout/radial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A0712B46-30CE-4E23-BB6A-10FF090C7E48}" type="doc">
      <dgm:prSet loTypeId="urn:microsoft.com/office/officeart/2005/8/layout/radial4" loCatId="relationship" qsTypeId="urn:microsoft.com/office/officeart/2005/8/quickstyle/simple5" qsCatId="simple" csTypeId="urn:microsoft.com/office/officeart/2005/8/colors/accent2_2" csCatId="accent2" phldr="1"/>
      <dgm:spPr/>
      <dgm:t>
        <a:bodyPr/>
        <a:lstStyle/>
        <a:p>
          <a:endParaRPr lang="en-US"/>
        </a:p>
      </dgm:t>
    </dgm:pt>
    <dgm:pt modelId="{BE14F136-29FA-4F8D-9A7F-EEE7E4FD0D3B}">
      <dgm:prSet phldrT="[Text]" custT="1"/>
      <dgm:spPr/>
      <dgm:t>
        <a:bodyPr/>
        <a:lstStyle/>
        <a:p>
          <a:r>
            <a:rPr lang="en-US" sz="2800" dirty="0"/>
            <a:t>IL </a:t>
          </a:r>
          <a:r>
            <a:rPr lang="en-US" sz="2800" dirty="0" err="1"/>
            <a:t>Int</a:t>
          </a:r>
          <a:r>
            <a:rPr lang="en-US" sz="2800" dirty="0"/>
            <a:t> 32</a:t>
          </a:r>
        </a:p>
      </dgm:t>
    </dgm:pt>
    <dgm:pt modelId="{9408AA91-C33E-474E-9C64-1C06946C907B}" type="parTrans" cxnId="{C693325B-76CE-4836-90BC-92F10A91CC30}">
      <dgm:prSet/>
      <dgm:spPr/>
      <dgm:t>
        <a:bodyPr/>
        <a:lstStyle/>
        <a:p>
          <a:endParaRPr lang="en-US" sz="1200"/>
        </a:p>
      </dgm:t>
    </dgm:pt>
    <dgm:pt modelId="{480F19F7-E2D2-4B4D-B5F0-0858CBE7EC07}" type="sibTrans" cxnId="{C693325B-76CE-4836-90BC-92F10A91CC30}">
      <dgm:prSet/>
      <dgm:spPr/>
      <dgm:t>
        <a:bodyPr/>
        <a:lstStyle/>
        <a:p>
          <a:endParaRPr lang="en-US" sz="1200"/>
        </a:p>
      </dgm:t>
    </dgm:pt>
    <dgm:pt modelId="{57320280-E44B-4EF0-97F6-AC913F88EC6C}">
      <dgm:prSet phldrT="[Text]" custT="1"/>
      <dgm:spPr/>
      <dgm:t>
        <a:bodyPr/>
        <a:lstStyle/>
        <a:p>
          <a:r>
            <a:rPr lang="en-US" sz="2400" dirty="0"/>
            <a:t>C++ Integer</a:t>
          </a:r>
        </a:p>
      </dgm:t>
    </dgm:pt>
    <dgm:pt modelId="{BBD54FA5-262C-4D33-B0A2-8E7B7E42D639}" type="parTrans" cxnId="{5F482328-5C1A-4DB1-BD2C-772A27BD68C5}">
      <dgm:prSet/>
      <dgm:spPr/>
      <dgm:t>
        <a:bodyPr/>
        <a:lstStyle/>
        <a:p>
          <a:endParaRPr lang="en-US" sz="1200"/>
        </a:p>
      </dgm:t>
    </dgm:pt>
    <dgm:pt modelId="{2D7EFD45-BF2C-40F0-8B58-123AE77AAE66}" type="sibTrans" cxnId="{5F482328-5C1A-4DB1-BD2C-772A27BD68C5}">
      <dgm:prSet/>
      <dgm:spPr/>
      <dgm:t>
        <a:bodyPr/>
        <a:lstStyle/>
        <a:p>
          <a:endParaRPr lang="en-US" sz="1200"/>
        </a:p>
      </dgm:t>
    </dgm:pt>
    <dgm:pt modelId="{50EC4057-3AF2-441D-B35E-CEEBF76FBC1A}">
      <dgm:prSet phldrT="[Text]" custT="1"/>
      <dgm:spPr/>
      <dgm:t>
        <a:bodyPr/>
        <a:lstStyle/>
        <a:p>
          <a:r>
            <a:rPr lang="en-US" sz="2400" dirty="0"/>
            <a:t>C# </a:t>
          </a:r>
          <a:r>
            <a:rPr lang="en-US" sz="2400" dirty="0" err="1"/>
            <a:t>int</a:t>
          </a:r>
          <a:endParaRPr lang="en-US" sz="2400" dirty="0"/>
        </a:p>
      </dgm:t>
    </dgm:pt>
    <dgm:pt modelId="{071EF87E-C595-4742-B49F-656117C44C85}" type="parTrans" cxnId="{0512F3DB-DC02-4D97-83B5-F1ABD56664EC}">
      <dgm:prSet/>
      <dgm:spPr/>
      <dgm:t>
        <a:bodyPr/>
        <a:lstStyle/>
        <a:p>
          <a:endParaRPr lang="en-US" sz="1200"/>
        </a:p>
      </dgm:t>
    </dgm:pt>
    <dgm:pt modelId="{6D5C4F83-6890-4482-B8CE-7220B5425B06}" type="sibTrans" cxnId="{0512F3DB-DC02-4D97-83B5-F1ABD56664EC}">
      <dgm:prSet/>
      <dgm:spPr/>
      <dgm:t>
        <a:bodyPr/>
        <a:lstStyle/>
        <a:p>
          <a:endParaRPr lang="en-US" sz="1200"/>
        </a:p>
      </dgm:t>
    </dgm:pt>
    <dgm:pt modelId="{EE3F6AF5-F94C-4FAB-B2F5-9C08963E2157}" type="pres">
      <dgm:prSet presAssocID="{A0712B46-30CE-4E23-BB6A-10FF090C7E48}" presName="cycle" presStyleCnt="0">
        <dgm:presLayoutVars>
          <dgm:chMax val="1"/>
          <dgm:dir/>
          <dgm:animLvl val="ctr"/>
          <dgm:resizeHandles val="exact"/>
        </dgm:presLayoutVars>
      </dgm:prSet>
      <dgm:spPr/>
    </dgm:pt>
    <dgm:pt modelId="{1B13EABD-FBAF-4CC0-BFA1-D06F8AECFA75}" type="pres">
      <dgm:prSet presAssocID="{BE14F136-29FA-4F8D-9A7F-EEE7E4FD0D3B}" presName="centerShape" presStyleLbl="node0" presStyleIdx="0" presStyleCnt="1"/>
      <dgm:spPr/>
    </dgm:pt>
    <dgm:pt modelId="{3EEBA632-D3BC-453E-B674-E8A6272ACD68}" type="pres">
      <dgm:prSet presAssocID="{BBD54FA5-262C-4D33-B0A2-8E7B7E42D639}" presName="parTrans" presStyleLbl="bgSibTrans2D1" presStyleIdx="0" presStyleCnt="2"/>
      <dgm:spPr/>
    </dgm:pt>
    <dgm:pt modelId="{F8E0BCDD-9E34-4BB2-83A7-134C71986DF0}" type="pres">
      <dgm:prSet presAssocID="{57320280-E44B-4EF0-97F6-AC913F88EC6C}" presName="node" presStyleLbl="node1" presStyleIdx="0" presStyleCnt="2" custRadScaleRad="126221" custRadScaleInc="-9373">
        <dgm:presLayoutVars>
          <dgm:bulletEnabled val="1"/>
        </dgm:presLayoutVars>
      </dgm:prSet>
      <dgm:spPr/>
    </dgm:pt>
    <dgm:pt modelId="{E322FB0D-C1B5-4879-8374-D0BC965F7FF5}" type="pres">
      <dgm:prSet presAssocID="{071EF87E-C595-4742-B49F-656117C44C85}" presName="parTrans" presStyleLbl="bgSibTrans2D1" presStyleIdx="1" presStyleCnt="2"/>
      <dgm:spPr/>
    </dgm:pt>
    <dgm:pt modelId="{A933D638-CD89-4A54-8B2D-BE9B23C2AD6F}" type="pres">
      <dgm:prSet presAssocID="{50EC4057-3AF2-441D-B35E-CEEBF76FBC1A}" presName="node" presStyleLbl="node1" presStyleIdx="1" presStyleCnt="2">
        <dgm:presLayoutVars>
          <dgm:bulletEnabled val="1"/>
        </dgm:presLayoutVars>
      </dgm:prSet>
      <dgm:spPr/>
    </dgm:pt>
  </dgm:ptLst>
  <dgm:cxnLst>
    <dgm:cxn modelId="{D1F217C2-5DA0-452C-90A4-1DEB7EBCE38C}" type="presOf" srcId="{071EF87E-C595-4742-B49F-656117C44C85}" destId="{E322FB0D-C1B5-4879-8374-D0BC965F7FF5}" srcOrd="0" destOrd="0" presId="urn:microsoft.com/office/officeart/2005/8/layout/radial4"/>
    <dgm:cxn modelId="{D29DCFDF-4172-48AF-B51A-6BDDC616BDBE}" type="presOf" srcId="{57320280-E44B-4EF0-97F6-AC913F88EC6C}" destId="{F8E0BCDD-9E34-4BB2-83A7-134C71986DF0}" srcOrd="0" destOrd="0" presId="urn:microsoft.com/office/officeart/2005/8/layout/radial4"/>
    <dgm:cxn modelId="{A04B7B49-F38B-493B-9B1F-6268B4F8078F}" type="presOf" srcId="{BE14F136-29FA-4F8D-9A7F-EEE7E4FD0D3B}" destId="{1B13EABD-FBAF-4CC0-BFA1-D06F8AECFA75}" srcOrd="0" destOrd="0" presId="urn:microsoft.com/office/officeart/2005/8/layout/radial4"/>
    <dgm:cxn modelId="{5F482328-5C1A-4DB1-BD2C-772A27BD68C5}" srcId="{BE14F136-29FA-4F8D-9A7F-EEE7E4FD0D3B}" destId="{57320280-E44B-4EF0-97F6-AC913F88EC6C}" srcOrd="0" destOrd="0" parTransId="{BBD54FA5-262C-4D33-B0A2-8E7B7E42D639}" sibTransId="{2D7EFD45-BF2C-40F0-8B58-123AE77AAE66}"/>
    <dgm:cxn modelId="{5EF91040-B1C1-42D8-A5E6-12DB09E4D947}" type="presOf" srcId="{BBD54FA5-262C-4D33-B0A2-8E7B7E42D639}" destId="{3EEBA632-D3BC-453E-B674-E8A6272ACD68}" srcOrd="0" destOrd="0" presId="urn:microsoft.com/office/officeart/2005/8/layout/radial4"/>
    <dgm:cxn modelId="{0512F3DB-DC02-4D97-83B5-F1ABD56664EC}" srcId="{BE14F136-29FA-4F8D-9A7F-EEE7E4FD0D3B}" destId="{50EC4057-3AF2-441D-B35E-CEEBF76FBC1A}" srcOrd="1" destOrd="0" parTransId="{071EF87E-C595-4742-B49F-656117C44C85}" sibTransId="{6D5C4F83-6890-4482-B8CE-7220B5425B06}"/>
    <dgm:cxn modelId="{C693325B-76CE-4836-90BC-92F10A91CC30}" srcId="{A0712B46-30CE-4E23-BB6A-10FF090C7E48}" destId="{BE14F136-29FA-4F8D-9A7F-EEE7E4FD0D3B}" srcOrd="0" destOrd="0" parTransId="{9408AA91-C33E-474E-9C64-1C06946C907B}" sibTransId="{480F19F7-E2D2-4B4D-B5F0-0858CBE7EC07}"/>
    <dgm:cxn modelId="{BBB32E84-BCBE-4D66-9E6C-0AB73505AA6D}" type="presOf" srcId="{A0712B46-30CE-4E23-BB6A-10FF090C7E48}" destId="{EE3F6AF5-F94C-4FAB-B2F5-9C08963E2157}" srcOrd="0" destOrd="0" presId="urn:microsoft.com/office/officeart/2005/8/layout/radial4"/>
    <dgm:cxn modelId="{8FD1DE67-BB21-4456-8716-55D07EA4AD95}" type="presOf" srcId="{50EC4057-3AF2-441D-B35E-CEEBF76FBC1A}" destId="{A933D638-CD89-4A54-8B2D-BE9B23C2AD6F}" srcOrd="0" destOrd="0" presId="urn:microsoft.com/office/officeart/2005/8/layout/radial4"/>
    <dgm:cxn modelId="{2D3E3930-ECE5-4986-AE2C-843060329A8F}" type="presParOf" srcId="{EE3F6AF5-F94C-4FAB-B2F5-9C08963E2157}" destId="{1B13EABD-FBAF-4CC0-BFA1-D06F8AECFA75}" srcOrd="0" destOrd="0" presId="urn:microsoft.com/office/officeart/2005/8/layout/radial4"/>
    <dgm:cxn modelId="{D031701D-32AB-480E-94A0-7FE687FA1955}" type="presParOf" srcId="{EE3F6AF5-F94C-4FAB-B2F5-9C08963E2157}" destId="{3EEBA632-D3BC-453E-B674-E8A6272ACD68}" srcOrd="1" destOrd="0" presId="urn:microsoft.com/office/officeart/2005/8/layout/radial4"/>
    <dgm:cxn modelId="{7A5E7955-18AD-4413-B10F-39DF6E656C80}" type="presParOf" srcId="{EE3F6AF5-F94C-4FAB-B2F5-9C08963E2157}" destId="{F8E0BCDD-9E34-4BB2-83A7-134C71986DF0}" srcOrd="2" destOrd="0" presId="urn:microsoft.com/office/officeart/2005/8/layout/radial4"/>
    <dgm:cxn modelId="{4F4B5B6E-F166-42D4-9FDE-B77EC2E47121}" type="presParOf" srcId="{EE3F6AF5-F94C-4FAB-B2F5-9C08963E2157}" destId="{E322FB0D-C1B5-4879-8374-D0BC965F7FF5}" srcOrd="3" destOrd="0" presId="urn:microsoft.com/office/officeart/2005/8/layout/radial4"/>
    <dgm:cxn modelId="{29B8AAC3-4E3E-4209-9294-F57BEE2AC1BC}" type="presParOf" srcId="{EE3F6AF5-F94C-4FAB-B2F5-9C08963E2157}" destId="{A933D638-CD89-4A54-8B2D-BE9B23C2AD6F}" srcOrd="4" destOrd="0" presId="urn:microsoft.com/office/officeart/2005/8/layout/radial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809AA1FD-B8B0-4EC1-A21B-8D88AC38B430}" type="doc">
      <dgm:prSet loTypeId="urn:microsoft.com/office/officeart/2005/8/layout/hierarchy2" loCatId="hierarchy" qsTypeId="urn:microsoft.com/office/officeart/2005/8/quickstyle/3d4" qsCatId="3D" csTypeId="urn:microsoft.com/office/officeart/2005/8/colors/accent2_2" csCatId="accent2" phldr="1"/>
      <dgm:spPr/>
      <dgm:t>
        <a:bodyPr/>
        <a:lstStyle/>
        <a:p>
          <a:endParaRPr lang="en-US"/>
        </a:p>
      </dgm:t>
    </dgm:pt>
    <dgm:pt modelId="{897D61D8-7154-404C-84D3-A7EC4E590BDF}">
      <dgm:prSet phldrT="[Text]"/>
      <dgm:spPr/>
      <dgm:t>
        <a:bodyPr/>
        <a:lstStyle/>
        <a:p>
          <a:r>
            <a:rPr lang="en-US" dirty="0"/>
            <a:t>Type</a:t>
          </a:r>
        </a:p>
      </dgm:t>
    </dgm:pt>
    <dgm:pt modelId="{1601EDCF-AA08-4D46-A1B7-3E239CDB35FB}" type="parTrans" cxnId="{31462DF1-E312-40AC-9687-D1C75A25D43F}">
      <dgm:prSet/>
      <dgm:spPr/>
      <dgm:t>
        <a:bodyPr/>
        <a:lstStyle/>
        <a:p>
          <a:endParaRPr lang="en-US"/>
        </a:p>
      </dgm:t>
    </dgm:pt>
    <dgm:pt modelId="{F152A4AF-8D97-4BAC-9BB6-0F20A31DCDEA}" type="sibTrans" cxnId="{31462DF1-E312-40AC-9687-D1C75A25D43F}">
      <dgm:prSet/>
      <dgm:spPr/>
      <dgm:t>
        <a:bodyPr/>
        <a:lstStyle/>
        <a:p>
          <a:endParaRPr lang="en-US"/>
        </a:p>
      </dgm:t>
    </dgm:pt>
    <dgm:pt modelId="{F521441E-9288-4903-9E58-5E7523D15A87}">
      <dgm:prSet phldrT="[Text]"/>
      <dgm:spPr/>
      <dgm:t>
        <a:bodyPr/>
        <a:lstStyle/>
        <a:p>
          <a:r>
            <a:rPr lang="en-US" dirty="0"/>
            <a:t>Value Type</a:t>
          </a:r>
        </a:p>
      </dgm:t>
    </dgm:pt>
    <dgm:pt modelId="{FCC55546-6880-4A31-B375-0ABF2EA1D7A5}" type="parTrans" cxnId="{DE24CED5-FA10-4C92-AA15-EA90CE2A929A}">
      <dgm:prSet/>
      <dgm:spPr/>
      <dgm:t>
        <a:bodyPr/>
        <a:lstStyle/>
        <a:p>
          <a:endParaRPr lang="en-US"/>
        </a:p>
      </dgm:t>
    </dgm:pt>
    <dgm:pt modelId="{C0DF1F7E-E2A6-4FF7-AD94-87EC45AF3430}" type="sibTrans" cxnId="{DE24CED5-FA10-4C92-AA15-EA90CE2A929A}">
      <dgm:prSet/>
      <dgm:spPr/>
      <dgm:t>
        <a:bodyPr/>
        <a:lstStyle/>
        <a:p>
          <a:endParaRPr lang="en-US"/>
        </a:p>
      </dgm:t>
    </dgm:pt>
    <dgm:pt modelId="{1E8E5839-6BB4-41FA-BE07-2BEEB06954AA}">
      <dgm:prSet phldrT="[Text]"/>
      <dgm:spPr/>
      <dgm:t>
        <a:bodyPr/>
        <a:lstStyle/>
        <a:p>
          <a:r>
            <a:rPr lang="en-US" dirty="0"/>
            <a:t>Built-In</a:t>
          </a:r>
        </a:p>
      </dgm:t>
    </dgm:pt>
    <dgm:pt modelId="{AC554A8A-5989-4455-8856-BFD9DE1BC38C}" type="parTrans" cxnId="{772E49DF-C9C5-4551-90A3-7460C2185647}">
      <dgm:prSet/>
      <dgm:spPr/>
      <dgm:t>
        <a:bodyPr/>
        <a:lstStyle/>
        <a:p>
          <a:endParaRPr lang="en-US"/>
        </a:p>
      </dgm:t>
    </dgm:pt>
    <dgm:pt modelId="{6FBFBED8-294B-438F-9408-CB72F1472A93}" type="sibTrans" cxnId="{772E49DF-C9C5-4551-90A3-7460C2185647}">
      <dgm:prSet/>
      <dgm:spPr/>
      <dgm:t>
        <a:bodyPr/>
        <a:lstStyle/>
        <a:p>
          <a:endParaRPr lang="en-US"/>
        </a:p>
      </dgm:t>
    </dgm:pt>
    <dgm:pt modelId="{BC0F33FA-F7B5-4509-A6E6-F97BC3B1A42D}">
      <dgm:prSet phldrT="[Text]"/>
      <dgm:spPr/>
      <dgm:t>
        <a:bodyPr/>
        <a:lstStyle/>
        <a:p>
          <a:r>
            <a:rPr lang="en-US" dirty="0"/>
            <a:t>Enumerations</a:t>
          </a:r>
        </a:p>
      </dgm:t>
    </dgm:pt>
    <dgm:pt modelId="{C754FAD1-2710-43CA-952E-47D232FB8C45}" type="parTrans" cxnId="{90181068-D166-4C0F-8680-ACE6A42E5BA9}">
      <dgm:prSet/>
      <dgm:spPr/>
      <dgm:t>
        <a:bodyPr/>
        <a:lstStyle/>
        <a:p>
          <a:endParaRPr lang="en-US"/>
        </a:p>
      </dgm:t>
    </dgm:pt>
    <dgm:pt modelId="{231A008F-9867-4724-8E6A-AA875DCE4EAC}" type="sibTrans" cxnId="{90181068-D166-4C0F-8680-ACE6A42E5BA9}">
      <dgm:prSet/>
      <dgm:spPr/>
      <dgm:t>
        <a:bodyPr/>
        <a:lstStyle/>
        <a:p>
          <a:endParaRPr lang="en-US"/>
        </a:p>
      </dgm:t>
    </dgm:pt>
    <dgm:pt modelId="{B8118723-0D14-4E5E-BBF2-4B24EEF12A9C}">
      <dgm:prSet phldrT="[Text]"/>
      <dgm:spPr/>
      <dgm:t>
        <a:bodyPr/>
        <a:lstStyle/>
        <a:p>
          <a:r>
            <a:rPr lang="en-US" dirty="0"/>
            <a:t>Reference Type</a:t>
          </a:r>
        </a:p>
      </dgm:t>
    </dgm:pt>
    <dgm:pt modelId="{D8CF558A-DEFD-4C02-8977-69D450FFBB9A}" type="parTrans" cxnId="{EC4CCC92-0D42-42AA-9E43-66F15C100C03}">
      <dgm:prSet/>
      <dgm:spPr/>
      <dgm:t>
        <a:bodyPr/>
        <a:lstStyle/>
        <a:p>
          <a:endParaRPr lang="en-US"/>
        </a:p>
      </dgm:t>
    </dgm:pt>
    <dgm:pt modelId="{E51F49C6-CA92-405E-BD54-074204CF6D09}" type="sibTrans" cxnId="{EC4CCC92-0D42-42AA-9E43-66F15C100C03}">
      <dgm:prSet/>
      <dgm:spPr/>
      <dgm:t>
        <a:bodyPr/>
        <a:lstStyle/>
        <a:p>
          <a:endParaRPr lang="en-US"/>
        </a:p>
      </dgm:t>
    </dgm:pt>
    <dgm:pt modelId="{4C8DA764-0F1A-4815-9783-1401ACF4E428}">
      <dgm:prSet phldrT="[Text]"/>
      <dgm:spPr/>
      <dgm:t>
        <a:bodyPr/>
        <a:lstStyle/>
        <a:p>
          <a:r>
            <a:rPr lang="en-US" dirty="0"/>
            <a:t>Pointer</a:t>
          </a:r>
        </a:p>
      </dgm:t>
    </dgm:pt>
    <dgm:pt modelId="{2816F6DA-627C-4954-AC16-B84E0E4A98FA}" type="parTrans" cxnId="{92507F11-AEB4-4648-9BD2-A82F99966F6A}">
      <dgm:prSet/>
      <dgm:spPr/>
      <dgm:t>
        <a:bodyPr/>
        <a:lstStyle/>
        <a:p>
          <a:endParaRPr lang="en-US"/>
        </a:p>
      </dgm:t>
    </dgm:pt>
    <dgm:pt modelId="{1AF9D755-BA0B-4741-B5C9-3CB6F668D5DC}" type="sibTrans" cxnId="{92507F11-AEB4-4648-9BD2-A82F99966F6A}">
      <dgm:prSet/>
      <dgm:spPr/>
      <dgm:t>
        <a:bodyPr/>
        <a:lstStyle/>
        <a:p>
          <a:endParaRPr lang="en-US"/>
        </a:p>
      </dgm:t>
    </dgm:pt>
    <dgm:pt modelId="{CFB7B6C1-68F4-43D3-B928-E6D10CD91C51}">
      <dgm:prSet phldrT="[Text]"/>
      <dgm:spPr/>
      <dgm:t>
        <a:bodyPr/>
        <a:lstStyle/>
        <a:p>
          <a:r>
            <a:rPr lang="en-US" b="1" dirty="0"/>
            <a:t>User-Defined</a:t>
          </a:r>
        </a:p>
      </dgm:t>
    </dgm:pt>
    <dgm:pt modelId="{8782A95B-FD95-40F9-957B-AB2BA604A2F2}" type="parTrans" cxnId="{D5819B9E-ED4A-435D-969E-C01B12A967E3}">
      <dgm:prSet/>
      <dgm:spPr/>
      <dgm:t>
        <a:bodyPr/>
        <a:lstStyle/>
        <a:p>
          <a:endParaRPr lang="en-US"/>
        </a:p>
      </dgm:t>
    </dgm:pt>
    <dgm:pt modelId="{8CE6DC6C-C19E-4EB3-8904-56C7535FA04D}" type="sibTrans" cxnId="{D5819B9E-ED4A-435D-969E-C01B12A967E3}">
      <dgm:prSet/>
      <dgm:spPr/>
      <dgm:t>
        <a:bodyPr/>
        <a:lstStyle/>
        <a:p>
          <a:endParaRPr lang="en-US"/>
        </a:p>
      </dgm:t>
    </dgm:pt>
    <dgm:pt modelId="{8B1BA77A-9CE4-40E1-9CFE-1048E5CD27B9}">
      <dgm:prSet phldrT="[Text]"/>
      <dgm:spPr/>
      <dgm:t>
        <a:bodyPr/>
        <a:lstStyle/>
        <a:p>
          <a:r>
            <a:rPr lang="en-US" dirty="0"/>
            <a:t>Self-describing</a:t>
          </a:r>
        </a:p>
      </dgm:t>
    </dgm:pt>
    <dgm:pt modelId="{37805D3D-FF56-497D-ADD2-CAC469AB7D05}" type="parTrans" cxnId="{2A6C9127-1AAC-4F09-842D-CD43CE7A47B9}">
      <dgm:prSet/>
      <dgm:spPr/>
      <dgm:t>
        <a:bodyPr/>
        <a:lstStyle/>
        <a:p>
          <a:endParaRPr lang="en-US"/>
        </a:p>
      </dgm:t>
    </dgm:pt>
    <dgm:pt modelId="{CCD8BF7F-CD0B-4E39-973B-7B1DF527BE7A}" type="sibTrans" cxnId="{2A6C9127-1AAC-4F09-842D-CD43CE7A47B9}">
      <dgm:prSet/>
      <dgm:spPr/>
      <dgm:t>
        <a:bodyPr/>
        <a:lstStyle/>
        <a:p>
          <a:endParaRPr lang="en-US"/>
        </a:p>
      </dgm:t>
    </dgm:pt>
    <dgm:pt modelId="{B0958CD0-9AB3-4466-9017-A95B9D203BB8}">
      <dgm:prSet phldrT="[Text]"/>
      <dgm:spPr/>
      <dgm:t>
        <a:bodyPr/>
        <a:lstStyle/>
        <a:p>
          <a:r>
            <a:rPr lang="en-US" dirty="0"/>
            <a:t>Interface</a:t>
          </a:r>
        </a:p>
      </dgm:t>
    </dgm:pt>
    <dgm:pt modelId="{A8AF870C-1EE9-4502-ACB6-C63C5B86ED25}" type="parTrans" cxnId="{25716744-2A17-45E7-8497-BA1D4C113E28}">
      <dgm:prSet/>
      <dgm:spPr/>
      <dgm:t>
        <a:bodyPr/>
        <a:lstStyle/>
        <a:p>
          <a:endParaRPr lang="en-US"/>
        </a:p>
      </dgm:t>
    </dgm:pt>
    <dgm:pt modelId="{845F2A85-EF5A-44D9-A9B6-721489ED7755}" type="sibTrans" cxnId="{25716744-2A17-45E7-8497-BA1D4C113E28}">
      <dgm:prSet/>
      <dgm:spPr/>
      <dgm:t>
        <a:bodyPr/>
        <a:lstStyle/>
        <a:p>
          <a:endParaRPr lang="en-US"/>
        </a:p>
      </dgm:t>
    </dgm:pt>
    <dgm:pt modelId="{A94EDE55-D487-4D96-9401-D1D588EB6387}">
      <dgm:prSet phldrT="[Text]"/>
      <dgm:spPr/>
      <dgm:t>
        <a:bodyPr/>
        <a:lstStyle/>
        <a:p>
          <a:r>
            <a:rPr lang="en-US" dirty="0"/>
            <a:t>Class Types</a:t>
          </a:r>
        </a:p>
      </dgm:t>
    </dgm:pt>
    <dgm:pt modelId="{9890C7D3-C68A-414C-95FC-4D3C7AE9AB8B}" type="parTrans" cxnId="{A4214E97-C179-456F-ABB5-9F3415A0AA2C}">
      <dgm:prSet/>
      <dgm:spPr/>
      <dgm:t>
        <a:bodyPr/>
        <a:lstStyle/>
        <a:p>
          <a:endParaRPr lang="en-US"/>
        </a:p>
      </dgm:t>
    </dgm:pt>
    <dgm:pt modelId="{C9942B03-7F29-4045-85A2-8668D38EC7B1}" type="sibTrans" cxnId="{A4214E97-C179-456F-ABB5-9F3415A0AA2C}">
      <dgm:prSet/>
      <dgm:spPr/>
      <dgm:t>
        <a:bodyPr/>
        <a:lstStyle/>
        <a:p>
          <a:endParaRPr lang="en-US"/>
        </a:p>
      </dgm:t>
    </dgm:pt>
    <dgm:pt modelId="{447E703B-7DC2-42D6-90FE-3E6A956FC7E5}">
      <dgm:prSet phldrT="[Text]"/>
      <dgm:spPr/>
      <dgm:t>
        <a:bodyPr/>
        <a:lstStyle/>
        <a:p>
          <a:r>
            <a:rPr lang="en-US" dirty="0"/>
            <a:t>Delegates</a:t>
          </a:r>
        </a:p>
      </dgm:t>
    </dgm:pt>
    <dgm:pt modelId="{A6AD5F2C-EF28-4235-8223-1F064056EBD3}" type="parTrans" cxnId="{02E3D91C-F31C-4D1D-AC64-007F4C5722A2}">
      <dgm:prSet/>
      <dgm:spPr/>
      <dgm:t>
        <a:bodyPr/>
        <a:lstStyle/>
        <a:p>
          <a:endParaRPr lang="en-US"/>
        </a:p>
      </dgm:t>
    </dgm:pt>
    <dgm:pt modelId="{0D6D002C-DC6D-4A55-B4FC-F616016D0362}" type="sibTrans" cxnId="{02E3D91C-F31C-4D1D-AC64-007F4C5722A2}">
      <dgm:prSet/>
      <dgm:spPr/>
      <dgm:t>
        <a:bodyPr/>
        <a:lstStyle/>
        <a:p>
          <a:endParaRPr lang="en-US"/>
        </a:p>
      </dgm:t>
    </dgm:pt>
    <dgm:pt modelId="{65CEB619-2BF2-4C0A-8701-680CA92D247B}">
      <dgm:prSet phldrT="[Text]"/>
      <dgm:spPr/>
      <dgm:t>
        <a:bodyPr/>
        <a:lstStyle/>
        <a:p>
          <a:r>
            <a:rPr lang="en-US" b="1" dirty="0"/>
            <a:t>User-Defined</a:t>
          </a:r>
        </a:p>
      </dgm:t>
    </dgm:pt>
    <dgm:pt modelId="{D011279D-8997-4027-A967-EFAD29087604}" type="parTrans" cxnId="{200D8E5E-22DF-4023-9417-EEF7A0767483}">
      <dgm:prSet/>
      <dgm:spPr/>
      <dgm:t>
        <a:bodyPr/>
        <a:lstStyle/>
        <a:p>
          <a:endParaRPr lang="en-US"/>
        </a:p>
      </dgm:t>
    </dgm:pt>
    <dgm:pt modelId="{FE999072-E2C9-42FD-BB89-73E1296FAB64}" type="sibTrans" cxnId="{200D8E5E-22DF-4023-9417-EEF7A0767483}">
      <dgm:prSet/>
      <dgm:spPr/>
      <dgm:t>
        <a:bodyPr/>
        <a:lstStyle/>
        <a:p>
          <a:endParaRPr lang="en-US"/>
        </a:p>
      </dgm:t>
    </dgm:pt>
    <dgm:pt modelId="{4B867A77-FEFB-44FA-96C5-8867E3EDAA13}">
      <dgm:prSet phldrT="[Text]"/>
      <dgm:spPr/>
      <dgm:t>
        <a:bodyPr/>
        <a:lstStyle/>
        <a:p>
          <a:r>
            <a:rPr lang="en-US" dirty="0"/>
            <a:t>Boxed-Value</a:t>
          </a:r>
        </a:p>
      </dgm:t>
    </dgm:pt>
    <dgm:pt modelId="{EAA0F97A-C5F6-4683-8885-4D34CBD51BA6}" type="parTrans" cxnId="{71EED8D3-EF95-4E59-847B-0356D08A276B}">
      <dgm:prSet/>
      <dgm:spPr/>
      <dgm:t>
        <a:bodyPr/>
        <a:lstStyle/>
        <a:p>
          <a:endParaRPr lang="en-US"/>
        </a:p>
      </dgm:t>
    </dgm:pt>
    <dgm:pt modelId="{EB7D59DF-E2EE-45DA-9F9F-EAA05BEBDA16}" type="sibTrans" cxnId="{71EED8D3-EF95-4E59-847B-0356D08A276B}">
      <dgm:prSet/>
      <dgm:spPr/>
      <dgm:t>
        <a:bodyPr/>
        <a:lstStyle/>
        <a:p>
          <a:endParaRPr lang="en-US"/>
        </a:p>
      </dgm:t>
    </dgm:pt>
    <dgm:pt modelId="{246BAD66-3D34-4AD7-8C4B-45A286A84570}">
      <dgm:prSet phldrT="[Text]"/>
      <dgm:spPr/>
      <dgm:t>
        <a:bodyPr/>
        <a:lstStyle/>
        <a:p>
          <a:r>
            <a:rPr lang="en-US" dirty="0"/>
            <a:t>Arrays</a:t>
          </a:r>
        </a:p>
      </dgm:t>
    </dgm:pt>
    <dgm:pt modelId="{4B90920A-2E87-4754-BEFC-5C301B3F93E1}" type="parTrans" cxnId="{F4AC4F43-4FA8-450B-A068-CA77649CFBCE}">
      <dgm:prSet/>
      <dgm:spPr/>
      <dgm:t>
        <a:bodyPr/>
        <a:lstStyle/>
        <a:p>
          <a:endParaRPr lang="en-US"/>
        </a:p>
      </dgm:t>
    </dgm:pt>
    <dgm:pt modelId="{CDF62F93-053F-4D1D-93F7-C8907D7B636C}" type="sibTrans" cxnId="{F4AC4F43-4FA8-450B-A068-CA77649CFBCE}">
      <dgm:prSet/>
      <dgm:spPr/>
      <dgm:t>
        <a:bodyPr/>
        <a:lstStyle/>
        <a:p>
          <a:endParaRPr lang="en-US"/>
        </a:p>
      </dgm:t>
    </dgm:pt>
    <dgm:pt modelId="{CBF60FA9-4BBC-4E00-A0BC-59989A75EC79}" type="pres">
      <dgm:prSet presAssocID="{809AA1FD-B8B0-4EC1-A21B-8D88AC38B430}" presName="diagram" presStyleCnt="0">
        <dgm:presLayoutVars>
          <dgm:chPref val="1"/>
          <dgm:dir/>
          <dgm:animOne val="branch"/>
          <dgm:animLvl val="lvl"/>
          <dgm:resizeHandles val="exact"/>
        </dgm:presLayoutVars>
      </dgm:prSet>
      <dgm:spPr/>
    </dgm:pt>
    <dgm:pt modelId="{33FB7FC2-0F0E-46A8-A488-941055365EB8}" type="pres">
      <dgm:prSet presAssocID="{897D61D8-7154-404C-84D3-A7EC4E590BDF}" presName="root1" presStyleCnt="0"/>
      <dgm:spPr/>
    </dgm:pt>
    <dgm:pt modelId="{24F8A654-D279-44E9-A262-B8F313C4F7F3}" type="pres">
      <dgm:prSet presAssocID="{897D61D8-7154-404C-84D3-A7EC4E590BDF}" presName="LevelOneTextNode" presStyleLbl="node0" presStyleIdx="0" presStyleCnt="1">
        <dgm:presLayoutVars>
          <dgm:chPref val="3"/>
        </dgm:presLayoutVars>
      </dgm:prSet>
      <dgm:spPr/>
    </dgm:pt>
    <dgm:pt modelId="{0734482D-8A46-4A23-94B8-6212E7243BD8}" type="pres">
      <dgm:prSet presAssocID="{897D61D8-7154-404C-84D3-A7EC4E590BDF}" presName="level2hierChild" presStyleCnt="0"/>
      <dgm:spPr/>
    </dgm:pt>
    <dgm:pt modelId="{048CED0B-97E8-4221-8B7D-47E2DE503125}" type="pres">
      <dgm:prSet presAssocID="{FCC55546-6880-4A31-B375-0ABF2EA1D7A5}" presName="conn2-1" presStyleLbl="parChTrans1D2" presStyleIdx="0" presStyleCnt="2"/>
      <dgm:spPr/>
    </dgm:pt>
    <dgm:pt modelId="{264A443B-C8E0-4D52-9CDD-FDC4395A46D0}" type="pres">
      <dgm:prSet presAssocID="{FCC55546-6880-4A31-B375-0ABF2EA1D7A5}" presName="connTx" presStyleLbl="parChTrans1D2" presStyleIdx="0" presStyleCnt="2"/>
      <dgm:spPr/>
    </dgm:pt>
    <dgm:pt modelId="{606B19AC-46C7-444A-8F98-B9D6280ACF56}" type="pres">
      <dgm:prSet presAssocID="{F521441E-9288-4903-9E58-5E7523D15A87}" presName="root2" presStyleCnt="0"/>
      <dgm:spPr/>
    </dgm:pt>
    <dgm:pt modelId="{8B98F5CF-7896-45AF-BA21-948021D25A44}" type="pres">
      <dgm:prSet presAssocID="{F521441E-9288-4903-9E58-5E7523D15A87}" presName="LevelTwoTextNode" presStyleLbl="node2" presStyleIdx="0" presStyleCnt="2">
        <dgm:presLayoutVars>
          <dgm:chPref val="3"/>
        </dgm:presLayoutVars>
      </dgm:prSet>
      <dgm:spPr/>
    </dgm:pt>
    <dgm:pt modelId="{9CA6EB83-5A7E-42E3-8415-036A0DA63B79}" type="pres">
      <dgm:prSet presAssocID="{F521441E-9288-4903-9E58-5E7523D15A87}" presName="level3hierChild" presStyleCnt="0"/>
      <dgm:spPr/>
    </dgm:pt>
    <dgm:pt modelId="{34F58314-8807-4249-8E2B-6C1FE09A0D9D}" type="pres">
      <dgm:prSet presAssocID="{AC554A8A-5989-4455-8856-BFD9DE1BC38C}" presName="conn2-1" presStyleLbl="parChTrans1D3" presStyleIdx="0" presStyleCnt="6"/>
      <dgm:spPr/>
    </dgm:pt>
    <dgm:pt modelId="{B957C403-D2ED-4495-AFD9-09D10CCC1024}" type="pres">
      <dgm:prSet presAssocID="{AC554A8A-5989-4455-8856-BFD9DE1BC38C}" presName="connTx" presStyleLbl="parChTrans1D3" presStyleIdx="0" presStyleCnt="6"/>
      <dgm:spPr/>
    </dgm:pt>
    <dgm:pt modelId="{E22347CA-6A47-4731-850F-C0A38EE6F457}" type="pres">
      <dgm:prSet presAssocID="{1E8E5839-6BB4-41FA-BE07-2BEEB06954AA}" presName="root2" presStyleCnt="0"/>
      <dgm:spPr/>
    </dgm:pt>
    <dgm:pt modelId="{B995BC80-1C6A-44AC-883D-3F2113EBAFFA}" type="pres">
      <dgm:prSet presAssocID="{1E8E5839-6BB4-41FA-BE07-2BEEB06954AA}" presName="LevelTwoTextNode" presStyleLbl="node3" presStyleIdx="0" presStyleCnt="6">
        <dgm:presLayoutVars>
          <dgm:chPref val="3"/>
        </dgm:presLayoutVars>
      </dgm:prSet>
      <dgm:spPr/>
    </dgm:pt>
    <dgm:pt modelId="{732CFD58-1955-407D-B624-7913422373EB}" type="pres">
      <dgm:prSet presAssocID="{1E8E5839-6BB4-41FA-BE07-2BEEB06954AA}" presName="level3hierChild" presStyleCnt="0"/>
      <dgm:spPr/>
    </dgm:pt>
    <dgm:pt modelId="{3439B37A-3B81-46F8-89AC-42BE3D7BBBF9}" type="pres">
      <dgm:prSet presAssocID="{C754FAD1-2710-43CA-952E-47D232FB8C45}" presName="conn2-1" presStyleLbl="parChTrans1D3" presStyleIdx="1" presStyleCnt="6"/>
      <dgm:spPr/>
    </dgm:pt>
    <dgm:pt modelId="{59453874-9238-4099-97E6-8BDA26B61FAE}" type="pres">
      <dgm:prSet presAssocID="{C754FAD1-2710-43CA-952E-47D232FB8C45}" presName="connTx" presStyleLbl="parChTrans1D3" presStyleIdx="1" presStyleCnt="6"/>
      <dgm:spPr/>
    </dgm:pt>
    <dgm:pt modelId="{584B7D41-D30C-41B4-AD8E-AAE8B158474E}" type="pres">
      <dgm:prSet presAssocID="{BC0F33FA-F7B5-4509-A6E6-F97BC3B1A42D}" presName="root2" presStyleCnt="0"/>
      <dgm:spPr/>
    </dgm:pt>
    <dgm:pt modelId="{D4C3F6EF-7EC3-433E-A819-19B09F0FA59A}" type="pres">
      <dgm:prSet presAssocID="{BC0F33FA-F7B5-4509-A6E6-F97BC3B1A42D}" presName="LevelTwoTextNode" presStyleLbl="node3" presStyleIdx="1" presStyleCnt="6">
        <dgm:presLayoutVars>
          <dgm:chPref val="3"/>
        </dgm:presLayoutVars>
      </dgm:prSet>
      <dgm:spPr/>
    </dgm:pt>
    <dgm:pt modelId="{D607C108-777E-43E3-9471-56C4DC75FD12}" type="pres">
      <dgm:prSet presAssocID="{BC0F33FA-F7B5-4509-A6E6-F97BC3B1A42D}" presName="level3hierChild" presStyleCnt="0"/>
      <dgm:spPr/>
    </dgm:pt>
    <dgm:pt modelId="{12AF3A9B-214A-40B0-B295-0242A3F7B378}" type="pres">
      <dgm:prSet presAssocID="{8782A95B-FD95-40F9-957B-AB2BA604A2F2}" presName="conn2-1" presStyleLbl="parChTrans1D3" presStyleIdx="2" presStyleCnt="6"/>
      <dgm:spPr/>
    </dgm:pt>
    <dgm:pt modelId="{43AD2DA8-460A-4B4A-BA61-4E03AC3448F0}" type="pres">
      <dgm:prSet presAssocID="{8782A95B-FD95-40F9-957B-AB2BA604A2F2}" presName="connTx" presStyleLbl="parChTrans1D3" presStyleIdx="2" presStyleCnt="6"/>
      <dgm:spPr/>
    </dgm:pt>
    <dgm:pt modelId="{B39BD7AF-0476-47DE-A365-CBD6A62AF1E2}" type="pres">
      <dgm:prSet presAssocID="{CFB7B6C1-68F4-43D3-B928-E6D10CD91C51}" presName="root2" presStyleCnt="0"/>
      <dgm:spPr/>
    </dgm:pt>
    <dgm:pt modelId="{22B12437-3297-4FBA-BC91-DB5F0D943DA6}" type="pres">
      <dgm:prSet presAssocID="{CFB7B6C1-68F4-43D3-B928-E6D10CD91C51}" presName="LevelTwoTextNode" presStyleLbl="node3" presStyleIdx="2" presStyleCnt="6">
        <dgm:presLayoutVars>
          <dgm:chPref val="3"/>
        </dgm:presLayoutVars>
      </dgm:prSet>
      <dgm:spPr/>
    </dgm:pt>
    <dgm:pt modelId="{B4B52445-E5FC-4AB7-9904-C8222E053BD2}" type="pres">
      <dgm:prSet presAssocID="{CFB7B6C1-68F4-43D3-B928-E6D10CD91C51}" presName="level3hierChild" presStyleCnt="0"/>
      <dgm:spPr/>
    </dgm:pt>
    <dgm:pt modelId="{1C2FA0BA-D281-4998-8C97-693FAE62CDA4}" type="pres">
      <dgm:prSet presAssocID="{D8CF558A-DEFD-4C02-8977-69D450FFBB9A}" presName="conn2-1" presStyleLbl="parChTrans1D2" presStyleIdx="1" presStyleCnt="2"/>
      <dgm:spPr/>
    </dgm:pt>
    <dgm:pt modelId="{2E62FE2E-2404-45DA-8420-346989DE1DDA}" type="pres">
      <dgm:prSet presAssocID="{D8CF558A-DEFD-4C02-8977-69D450FFBB9A}" presName="connTx" presStyleLbl="parChTrans1D2" presStyleIdx="1" presStyleCnt="2"/>
      <dgm:spPr/>
    </dgm:pt>
    <dgm:pt modelId="{95A4784F-8CD4-4C88-BC9E-186029AAA87E}" type="pres">
      <dgm:prSet presAssocID="{B8118723-0D14-4E5E-BBF2-4B24EEF12A9C}" presName="root2" presStyleCnt="0"/>
      <dgm:spPr/>
    </dgm:pt>
    <dgm:pt modelId="{2A45ED08-505B-40F6-9A06-ABAFD49CC50B}" type="pres">
      <dgm:prSet presAssocID="{B8118723-0D14-4E5E-BBF2-4B24EEF12A9C}" presName="LevelTwoTextNode" presStyleLbl="node2" presStyleIdx="1" presStyleCnt="2">
        <dgm:presLayoutVars>
          <dgm:chPref val="3"/>
        </dgm:presLayoutVars>
      </dgm:prSet>
      <dgm:spPr/>
    </dgm:pt>
    <dgm:pt modelId="{66EE1D3D-3457-4BA6-ADAA-C96D9519C91E}" type="pres">
      <dgm:prSet presAssocID="{B8118723-0D14-4E5E-BBF2-4B24EEF12A9C}" presName="level3hierChild" presStyleCnt="0"/>
      <dgm:spPr/>
    </dgm:pt>
    <dgm:pt modelId="{BAD01FCF-1737-4073-9B55-7EB9A9EF5391}" type="pres">
      <dgm:prSet presAssocID="{2816F6DA-627C-4954-AC16-B84E0E4A98FA}" presName="conn2-1" presStyleLbl="parChTrans1D3" presStyleIdx="3" presStyleCnt="6"/>
      <dgm:spPr/>
    </dgm:pt>
    <dgm:pt modelId="{303ED7AA-0358-4F6F-A639-C83BF399F097}" type="pres">
      <dgm:prSet presAssocID="{2816F6DA-627C-4954-AC16-B84E0E4A98FA}" presName="connTx" presStyleLbl="parChTrans1D3" presStyleIdx="3" presStyleCnt="6"/>
      <dgm:spPr/>
    </dgm:pt>
    <dgm:pt modelId="{6AF6FFBF-896A-455D-B818-125B32A469A0}" type="pres">
      <dgm:prSet presAssocID="{4C8DA764-0F1A-4815-9783-1401ACF4E428}" presName="root2" presStyleCnt="0"/>
      <dgm:spPr/>
    </dgm:pt>
    <dgm:pt modelId="{D8AC7C62-C9EA-4B29-B4F1-D7AD966C03B2}" type="pres">
      <dgm:prSet presAssocID="{4C8DA764-0F1A-4815-9783-1401ACF4E428}" presName="LevelTwoTextNode" presStyleLbl="node3" presStyleIdx="3" presStyleCnt="6">
        <dgm:presLayoutVars>
          <dgm:chPref val="3"/>
        </dgm:presLayoutVars>
      </dgm:prSet>
      <dgm:spPr/>
    </dgm:pt>
    <dgm:pt modelId="{5ABB5C9E-0526-4CE0-9550-3FCE3EA797D3}" type="pres">
      <dgm:prSet presAssocID="{4C8DA764-0F1A-4815-9783-1401ACF4E428}" presName="level3hierChild" presStyleCnt="0"/>
      <dgm:spPr/>
    </dgm:pt>
    <dgm:pt modelId="{D76B7C7E-CC0C-4961-874A-4F1FA9CE43F4}" type="pres">
      <dgm:prSet presAssocID="{37805D3D-FF56-497D-ADD2-CAC469AB7D05}" presName="conn2-1" presStyleLbl="parChTrans1D3" presStyleIdx="4" presStyleCnt="6"/>
      <dgm:spPr/>
    </dgm:pt>
    <dgm:pt modelId="{D8F737F7-E453-4928-A2C6-BFA220EBD791}" type="pres">
      <dgm:prSet presAssocID="{37805D3D-FF56-497D-ADD2-CAC469AB7D05}" presName="connTx" presStyleLbl="parChTrans1D3" presStyleIdx="4" presStyleCnt="6"/>
      <dgm:spPr/>
    </dgm:pt>
    <dgm:pt modelId="{4AFC335F-6191-495F-AE6F-80723212B52B}" type="pres">
      <dgm:prSet presAssocID="{8B1BA77A-9CE4-40E1-9CFE-1048E5CD27B9}" presName="root2" presStyleCnt="0"/>
      <dgm:spPr/>
    </dgm:pt>
    <dgm:pt modelId="{3D3EE4AC-6D11-48FE-90F4-B0253E64FAC7}" type="pres">
      <dgm:prSet presAssocID="{8B1BA77A-9CE4-40E1-9CFE-1048E5CD27B9}" presName="LevelTwoTextNode" presStyleLbl="node3" presStyleIdx="4" presStyleCnt="6">
        <dgm:presLayoutVars>
          <dgm:chPref val="3"/>
        </dgm:presLayoutVars>
      </dgm:prSet>
      <dgm:spPr/>
    </dgm:pt>
    <dgm:pt modelId="{B70781B4-7C80-4BD8-AF0E-37FDD09A96EE}" type="pres">
      <dgm:prSet presAssocID="{8B1BA77A-9CE4-40E1-9CFE-1048E5CD27B9}" presName="level3hierChild" presStyleCnt="0"/>
      <dgm:spPr/>
    </dgm:pt>
    <dgm:pt modelId="{BCC5A5A5-8794-459A-827D-2224F051A13D}" type="pres">
      <dgm:prSet presAssocID="{9890C7D3-C68A-414C-95FC-4D3C7AE9AB8B}" presName="conn2-1" presStyleLbl="parChTrans1D4" presStyleIdx="0" presStyleCnt="5"/>
      <dgm:spPr/>
    </dgm:pt>
    <dgm:pt modelId="{93A21355-748C-4777-BA9E-807EB374EE46}" type="pres">
      <dgm:prSet presAssocID="{9890C7D3-C68A-414C-95FC-4D3C7AE9AB8B}" presName="connTx" presStyleLbl="parChTrans1D4" presStyleIdx="0" presStyleCnt="5"/>
      <dgm:spPr/>
    </dgm:pt>
    <dgm:pt modelId="{3AA2F6BB-2248-4A15-AA62-5FA3B57228CE}" type="pres">
      <dgm:prSet presAssocID="{A94EDE55-D487-4D96-9401-D1D588EB6387}" presName="root2" presStyleCnt="0"/>
      <dgm:spPr/>
    </dgm:pt>
    <dgm:pt modelId="{559CBB50-147B-4098-90DB-B23AE61B7DA5}" type="pres">
      <dgm:prSet presAssocID="{A94EDE55-D487-4D96-9401-D1D588EB6387}" presName="LevelTwoTextNode" presStyleLbl="node4" presStyleIdx="0" presStyleCnt="5">
        <dgm:presLayoutVars>
          <dgm:chPref val="3"/>
        </dgm:presLayoutVars>
      </dgm:prSet>
      <dgm:spPr/>
    </dgm:pt>
    <dgm:pt modelId="{4861166E-24D3-4E5F-A4C7-6D15FB99FEAC}" type="pres">
      <dgm:prSet presAssocID="{A94EDE55-D487-4D96-9401-D1D588EB6387}" presName="level3hierChild" presStyleCnt="0"/>
      <dgm:spPr/>
    </dgm:pt>
    <dgm:pt modelId="{5C3E981F-A660-41F2-86B8-10E80BA9F417}" type="pres">
      <dgm:prSet presAssocID="{A6AD5F2C-EF28-4235-8223-1F064056EBD3}" presName="conn2-1" presStyleLbl="parChTrans1D4" presStyleIdx="1" presStyleCnt="5"/>
      <dgm:spPr/>
    </dgm:pt>
    <dgm:pt modelId="{9EECBD88-8C2C-4905-A5D0-65C80B97F81A}" type="pres">
      <dgm:prSet presAssocID="{A6AD5F2C-EF28-4235-8223-1F064056EBD3}" presName="connTx" presStyleLbl="parChTrans1D4" presStyleIdx="1" presStyleCnt="5"/>
      <dgm:spPr/>
    </dgm:pt>
    <dgm:pt modelId="{0CE1A25F-8637-404A-A8AE-1664A85A9C91}" type="pres">
      <dgm:prSet presAssocID="{447E703B-7DC2-42D6-90FE-3E6A956FC7E5}" presName="root2" presStyleCnt="0"/>
      <dgm:spPr/>
    </dgm:pt>
    <dgm:pt modelId="{626F6053-4DCD-41D4-AE58-FBDAA168D020}" type="pres">
      <dgm:prSet presAssocID="{447E703B-7DC2-42D6-90FE-3E6A956FC7E5}" presName="LevelTwoTextNode" presStyleLbl="node4" presStyleIdx="1" presStyleCnt="5">
        <dgm:presLayoutVars>
          <dgm:chPref val="3"/>
        </dgm:presLayoutVars>
      </dgm:prSet>
      <dgm:spPr/>
    </dgm:pt>
    <dgm:pt modelId="{C60DE7EF-5A1C-4D78-9B42-F8121C841E5C}" type="pres">
      <dgm:prSet presAssocID="{447E703B-7DC2-42D6-90FE-3E6A956FC7E5}" presName="level3hierChild" presStyleCnt="0"/>
      <dgm:spPr/>
    </dgm:pt>
    <dgm:pt modelId="{FE08E5BE-5704-4486-B318-CA231DF580FF}" type="pres">
      <dgm:prSet presAssocID="{D011279D-8997-4027-A967-EFAD29087604}" presName="conn2-1" presStyleLbl="parChTrans1D4" presStyleIdx="2" presStyleCnt="5"/>
      <dgm:spPr/>
    </dgm:pt>
    <dgm:pt modelId="{2A5C5CDC-A408-4E18-8768-6CCC311621A3}" type="pres">
      <dgm:prSet presAssocID="{D011279D-8997-4027-A967-EFAD29087604}" presName="connTx" presStyleLbl="parChTrans1D4" presStyleIdx="2" presStyleCnt="5"/>
      <dgm:spPr/>
    </dgm:pt>
    <dgm:pt modelId="{DC905F72-68D0-4279-BB33-2F9819098EC5}" type="pres">
      <dgm:prSet presAssocID="{65CEB619-2BF2-4C0A-8701-680CA92D247B}" presName="root2" presStyleCnt="0"/>
      <dgm:spPr/>
    </dgm:pt>
    <dgm:pt modelId="{62E88C53-B9A2-4349-9B3F-E0DE5355003E}" type="pres">
      <dgm:prSet presAssocID="{65CEB619-2BF2-4C0A-8701-680CA92D247B}" presName="LevelTwoTextNode" presStyleLbl="node4" presStyleIdx="2" presStyleCnt="5">
        <dgm:presLayoutVars>
          <dgm:chPref val="3"/>
        </dgm:presLayoutVars>
      </dgm:prSet>
      <dgm:spPr/>
    </dgm:pt>
    <dgm:pt modelId="{35C9C4B5-61DA-4338-999E-D296BF5079DA}" type="pres">
      <dgm:prSet presAssocID="{65CEB619-2BF2-4C0A-8701-680CA92D247B}" presName="level3hierChild" presStyleCnt="0"/>
      <dgm:spPr/>
    </dgm:pt>
    <dgm:pt modelId="{4EC52A3D-6D48-4131-8D4A-9F11B0FDC20B}" type="pres">
      <dgm:prSet presAssocID="{EAA0F97A-C5F6-4683-8885-4D34CBD51BA6}" presName="conn2-1" presStyleLbl="parChTrans1D4" presStyleIdx="3" presStyleCnt="5"/>
      <dgm:spPr/>
    </dgm:pt>
    <dgm:pt modelId="{10D02522-7484-49D7-9C06-1A845F3982FD}" type="pres">
      <dgm:prSet presAssocID="{EAA0F97A-C5F6-4683-8885-4D34CBD51BA6}" presName="connTx" presStyleLbl="parChTrans1D4" presStyleIdx="3" presStyleCnt="5"/>
      <dgm:spPr/>
    </dgm:pt>
    <dgm:pt modelId="{C31F777F-113A-43E9-B354-94A234342CB8}" type="pres">
      <dgm:prSet presAssocID="{4B867A77-FEFB-44FA-96C5-8867E3EDAA13}" presName="root2" presStyleCnt="0"/>
      <dgm:spPr/>
    </dgm:pt>
    <dgm:pt modelId="{A5AB2A07-B4F0-4B0A-8D83-C03D4A25E41B}" type="pres">
      <dgm:prSet presAssocID="{4B867A77-FEFB-44FA-96C5-8867E3EDAA13}" presName="LevelTwoTextNode" presStyleLbl="node4" presStyleIdx="3" presStyleCnt="5">
        <dgm:presLayoutVars>
          <dgm:chPref val="3"/>
        </dgm:presLayoutVars>
      </dgm:prSet>
      <dgm:spPr/>
    </dgm:pt>
    <dgm:pt modelId="{8C55F12F-11FC-464D-B905-4B6C1C2E8B1C}" type="pres">
      <dgm:prSet presAssocID="{4B867A77-FEFB-44FA-96C5-8867E3EDAA13}" presName="level3hierChild" presStyleCnt="0"/>
      <dgm:spPr/>
    </dgm:pt>
    <dgm:pt modelId="{DFBD6E6D-4202-4926-9D64-F4FA7294D33A}" type="pres">
      <dgm:prSet presAssocID="{4B90920A-2E87-4754-BEFC-5C301B3F93E1}" presName="conn2-1" presStyleLbl="parChTrans1D4" presStyleIdx="4" presStyleCnt="5"/>
      <dgm:spPr/>
    </dgm:pt>
    <dgm:pt modelId="{9DC8C596-9043-4FBF-9629-7E616C37DDEA}" type="pres">
      <dgm:prSet presAssocID="{4B90920A-2E87-4754-BEFC-5C301B3F93E1}" presName="connTx" presStyleLbl="parChTrans1D4" presStyleIdx="4" presStyleCnt="5"/>
      <dgm:spPr/>
    </dgm:pt>
    <dgm:pt modelId="{E19E5FE0-5DBF-44F8-A48B-42AFDFA7CEFB}" type="pres">
      <dgm:prSet presAssocID="{246BAD66-3D34-4AD7-8C4B-45A286A84570}" presName="root2" presStyleCnt="0"/>
      <dgm:spPr/>
    </dgm:pt>
    <dgm:pt modelId="{E69385B3-5EF3-4606-96F6-D943D4CC74F7}" type="pres">
      <dgm:prSet presAssocID="{246BAD66-3D34-4AD7-8C4B-45A286A84570}" presName="LevelTwoTextNode" presStyleLbl="node4" presStyleIdx="4" presStyleCnt="5">
        <dgm:presLayoutVars>
          <dgm:chPref val="3"/>
        </dgm:presLayoutVars>
      </dgm:prSet>
      <dgm:spPr/>
    </dgm:pt>
    <dgm:pt modelId="{2EDE743D-1229-41E1-B9D8-C64EFF24C330}" type="pres">
      <dgm:prSet presAssocID="{246BAD66-3D34-4AD7-8C4B-45A286A84570}" presName="level3hierChild" presStyleCnt="0"/>
      <dgm:spPr/>
    </dgm:pt>
    <dgm:pt modelId="{EEAB1A74-53D8-4F42-B6A0-5C10AEE06B08}" type="pres">
      <dgm:prSet presAssocID="{A8AF870C-1EE9-4502-ACB6-C63C5B86ED25}" presName="conn2-1" presStyleLbl="parChTrans1D3" presStyleIdx="5" presStyleCnt="6"/>
      <dgm:spPr/>
    </dgm:pt>
    <dgm:pt modelId="{DAAE5A91-0D70-4B4E-8CEC-FE92E989F952}" type="pres">
      <dgm:prSet presAssocID="{A8AF870C-1EE9-4502-ACB6-C63C5B86ED25}" presName="connTx" presStyleLbl="parChTrans1D3" presStyleIdx="5" presStyleCnt="6"/>
      <dgm:spPr/>
    </dgm:pt>
    <dgm:pt modelId="{C2037956-BBA8-483D-9887-7B0000D424FB}" type="pres">
      <dgm:prSet presAssocID="{B0958CD0-9AB3-4466-9017-A95B9D203BB8}" presName="root2" presStyleCnt="0"/>
      <dgm:spPr/>
    </dgm:pt>
    <dgm:pt modelId="{83372812-64EE-46E2-AF6F-7E45EBB025CE}" type="pres">
      <dgm:prSet presAssocID="{B0958CD0-9AB3-4466-9017-A95B9D203BB8}" presName="LevelTwoTextNode" presStyleLbl="node3" presStyleIdx="5" presStyleCnt="6">
        <dgm:presLayoutVars>
          <dgm:chPref val="3"/>
        </dgm:presLayoutVars>
      </dgm:prSet>
      <dgm:spPr/>
    </dgm:pt>
    <dgm:pt modelId="{AA2AF4ED-8F72-40D3-93D1-EF58832AC583}" type="pres">
      <dgm:prSet presAssocID="{B0958CD0-9AB3-4466-9017-A95B9D203BB8}" presName="level3hierChild" presStyleCnt="0"/>
      <dgm:spPr/>
    </dgm:pt>
  </dgm:ptLst>
  <dgm:cxnLst>
    <dgm:cxn modelId="{805271C2-BD69-42AC-9272-009FF26EB5F0}" type="presOf" srcId="{246BAD66-3D34-4AD7-8C4B-45A286A84570}" destId="{E69385B3-5EF3-4606-96F6-D943D4CC74F7}" srcOrd="0" destOrd="0" presId="urn:microsoft.com/office/officeart/2005/8/layout/hierarchy2"/>
    <dgm:cxn modelId="{D95314E4-4879-462B-93EC-6349A4039325}" type="presOf" srcId="{EAA0F97A-C5F6-4683-8885-4D34CBD51BA6}" destId="{10D02522-7484-49D7-9C06-1A845F3982FD}" srcOrd="1" destOrd="0" presId="urn:microsoft.com/office/officeart/2005/8/layout/hierarchy2"/>
    <dgm:cxn modelId="{31462DF1-E312-40AC-9687-D1C75A25D43F}" srcId="{809AA1FD-B8B0-4EC1-A21B-8D88AC38B430}" destId="{897D61D8-7154-404C-84D3-A7EC4E590BDF}" srcOrd="0" destOrd="0" parTransId="{1601EDCF-AA08-4D46-A1B7-3E239CDB35FB}" sibTransId="{F152A4AF-8D97-4BAC-9BB6-0F20A31DCDEA}"/>
    <dgm:cxn modelId="{0D0AB3BB-BE9C-430F-920A-B774B8A52AC6}" type="presOf" srcId="{447E703B-7DC2-42D6-90FE-3E6A956FC7E5}" destId="{626F6053-4DCD-41D4-AE58-FBDAA168D020}" srcOrd="0" destOrd="0" presId="urn:microsoft.com/office/officeart/2005/8/layout/hierarchy2"/>
    <dgm:cxn modelId="{E96ABC95-D7EE-4D01-BBE3-68185DBEABD2}" type="presOf" srcId="{37805D3D-FF56-497D-ADD2-CAC469AB7D05}" destId="{D76B7C7E-CC0C-4961-874A-4F1FA9CE43F4}" srcOrd="0" destOrd="0" presId="urn:microsoft.com/office/officeart/2005/8/layout/hierarchy2"/>
    <dgm:cxn modelId="{0509145F-76B4-4752-A4AD-4847F4DC362B}" type="presOf" srcId="{A8AF870C-1EE9-4502-ACB6-C63C5B86ED25}" destId="{DAAE5A91-0D70-4B4E-8CEC-FE92E989F952}" srcOrd="1" destOrd="0" presId="urn:microsoft.com/office/officeart/2005/8/layout/hierarchy2"/>
    <dgm:cxn modelId="{BDDD97A8-B671-49D7-ABE6-596005F6677F}" type="presOf" srcId="{B0958CD0-9AB3-4466-9017-A95B9D203BB8}" destId="{83372812-64EE-46E2-AF6F-7E45EBB025CE}" srcOrd="0" destOrd="0" presId="urn:microsoft.com/office/officeart/2005/8/layout/hierarchy2"/>
    <dgm:cxn modelId="{A4214E97-C179-456F-ABB5-9F3415A0AA2C}" srcId="{8B1BA77A-9CE4-40E1-9CFE-1048E5CD27B9}" destId="{A94EDE55-D487-4D96-9401-D1D588EB6387}" srcOrd="0" destOrd="0" parTransId="{9890C7D3-C68A-414C-95FC-4D3C7AE9AB8B}" sibTransId="{C9942B03-7F29-4045-85A2-8668D38EC7B1}"/>
    <dgm:cxn modelId="{A50DC743-329B-466A-8134-9ED24121509D}" type="presOf" srcId="{AC554A8A-5989-4455-8856-BFD9DE1BC38C}" destId="{34F58314-8807-4249-8E2B-6C1FE09A0D9D}" srcOrd="0" destOrd="0" presId="urn:microsoft.com/office/officeart/2005/8/layout/hierarchy2"/>
    <dgm:cxn modelId="{19993E7D-5654-4DF5-8859-7527EAA535FA}" type="presOf" srcId="{EAA0F97A-C5F6-4683-8885-4D34CBD51BA6}" destId="{4EC52A3D-6D48-4131-8D4A-9F11B0FDC20B}" srcOrd="0" destOrd="0" presId="urn:microsoft.com/office/officeart/2005/8/layout/hierarchy2"/>
    <dgm:cxn modelId="{F4AC4F43-4FA8-450B-A068-CA77649CFBCE}" srcId="{8B1BA77A-9CE4-40E1-9CFE-1048E5CD27B9}" destId="{246BAD66-3D34-4AD7-8C4B-45A286A84570}" srcOrd="1" destOrd="0" parTransId="{4B90920A-2E87-4754-BEFC-5C301B3F93E1}" sibTransId="{CDF62F93-053F-4D1D-93F7-C8907D7B636C}"/>
    <dgm:cxn modelId="{FC918938-1688-462D-A3DA-53B37BB9C1AC}" type="presOf" srcId="{D8CF558A-DEFD-4C02-8977-69D450FFBB9A}" destId="{2E62FE2E-2404-45DA-8420-346989DE1DDA}" srcOrd="1" destOrd="0" presId="urn:microsoft.com/office/officeart/2005/8/layout/hierarchy2"/>
    <dgm:cxn modelId="{720A05D7-2A19-4332-B075-D2F4AB4060CC}" type="presOf" srcId="{4B867A77-FEFB-44FA-96C5-8867E3EDAA13}" destId="{A5AB2A07-B4F0-4B0A-8D83-C03D4A25E41B}" srcOrd="0" destOrd="0" presId="urn:microsoft.com/office/officeart/2005/8/layout/hierarchy2"/>
    <dgm:cxn modelId="{25716744-2A17-45E7-8497-BA1D4C113E28}" srcId="{B8118723-0D14-4E5E-BBF2-4B24EEF12A9C}" destId="{B0958CD0-9AB3-4466-9017-A95B9D203BB8}" srcOrd="2" destOrd="0" parTransId="{A8AF870C-1EE9-4502-ACB6-C63C5B86ED25}" sibTransId="{845F2A85-EF5A-44D9-A9B6-721489ED7755}"/>
    <dgm:cxn modelId="{2A6C9127-1AAC-4F09-842D-CD43CE7A47B9}" srcId="{B8118723-0D14-4E5E-BBF2-4B24EEF12A9C}" destId="{8B1BA77A-9CE4-40E1-9CFE-1048E5CD27B9}" srcOrd="1" destOrd="0" parTransId="{37805D3D-FF56-497D-ADD2-CAC469AB7D05}" sibTransId="{CCD8BF7F-CD0B-4E39-973B-7B1DF527BE7A}"/>
    <dgm:cxn modelId="{47D93235-D4D8-4E46-95F9-EA2490BEDC0C}" type="presOf" srcId="{4C8DA764-0F1A-4815-9783-1401ACF4E428}" destId="{D8AC7C62-C9EA-4B29-B4F1-D7AD966C03B2}" srcOrd="0" destOrd="0" presId="urn:microsoft.com/office/officeart/2005/8/layout/hierarchy2"/>
    <dgm:cxn modelId="{7404C2F4-7A8E-4DB9-97BA-9C1D4B76BE05}" type="presOf" srcId="{A6AD5F2C-EF28-4235-8223-1F064056EBD3}" destId="{9EECBD88-8C2C-4905-A5D0-65C80B97F81A}" srcOrd="1" destOrd="0" presId="urn:microsoft.com/office/officeart/2005/8/layout/hierarchy2"/>
    <dgm:cxn modelId="{02E3D91C-F31C-4D1D-AC64-007F4C5722A2}" srcId="{A94EDE55-D487-4D96-9401-D1D588EB6387}" destId="{447E703B-7DC2-42D6-90FE-3E6A956FC7E5}" srcOrd="0" destOrd="0" parTransId="{A6AD5F2C-EF28-4235-8223-1F064056EBD3}" sibTransId="{0D6D002C-DC6D-4A55-B4FC-F616016D0362}"/>
    <dgm:cxn modelId="{97F7AB0F-0CF6-43E9-BEF3-75B7F1E46C68}" type="presOf" srcId="{8782A95B-FD95-40F9-957B-AB2BA604A2F2}" destId="{12AF3A9B-214A-40B0-B295-0242A3F7B378}" srcOrd="0" destOrd="0" presId="urn:microsoft.com/office/officeart/2005/8/layout/hierarchy2"/>
    <dgm:cxn modelId="{2DB682CE-F69D-412F-92E4-92A6586DF3EF}" type="presOf" srcId="{A8AF870C-1EE9-4502-ACB6-C63C5B86ED25}" destId="{EEAB1A74-53D8-4F42-B6A0-5C10AEE06B08}" srcOrd="0" destOrd="0" presId="urn:microsoft.com/office/officeart/2005/8/layout/hierarchy2"/>
    <dgm:cxn modelId="{A69F99C2-F153-4128-B8E3-712DCE0D9A59}" type="presOf" srcId="{897D61D8-7154-404C-84D3-A7EC4E590BDF}" destId="{24F8A654-D279-44E9-A262-B8F313C4F7F3}" srcOrd="0" destOrd="0" presId="urn:microsoft.com/office/officeart/2005/8/layout/hierarchy2"/>
    <dgm:cxn modelId="{71AB41AC-E17C-4DB5-A0A1-06BCAA77C3FB}" type="presOf" srcId="{9890C7D3-C68A-414C-95FC-4D3C7AE9AB8B}" destId="{BCC5A5A5-8794-459A-827D-2224F051A13D}" srcOrd="0" destOrd="0" presId="urn:microsoft.com/office/officeart/2005/8/layout/hierarchy2"/>
    <dgm:cxn modelId="{3E4B93BC-AAC6-43D7-905E-57BBB971C5B5}" type="presOf" srcId="{BC0F33FA-F7B5-4509-A6E6-F97BC3B1A42D}" destId="{D4C3F6EF-7EC3-433E-A819-19B09F0FA59A}" srcOrd="0" destOrd="0" presId="urn:microsoft.com/office/officeart/2005/8/layout/hierarchy2"/>
    <dgm:cxn modelId="{79D7EF4C-0DD3-4DF5-BA68-FEB5B06426DA}" type="presOf" srcId="{CFB7B6C1-68F4-43D3-B928-E6D10CD91C51}" destId="{22B12437-3297-4FBA-BC91-DB5F0D943DA6}" srcOrd="0" destOrd="0" presId="urn:microsoft.com/office/officeart/2005/8/layout/hierarchy2"/>
    <dgm:cxn modelId="{20909128-EC1B-4C00-8B35-7CF9C8F113F5}" type="presOf" srcId="{4B90920A-2E87-4754-BEFC-5C301B3F93E1}" destId="{DFBD6E6D-4202-4926-9D64-F4FA7294D33A}" srcOrd="0" destOrd="0" presId="urn:microsoft.com/office/officeart/2005/8/layout/hierarchy2"/>
    <dgm:cxn modelId="{EC4CCC92-0D42-42AA-9E43-66F15C100C03}" srcId="{897D61D8-7154-404C-84D3-A7EC4E590BDF}" destId="{B8118723-0D14-4E5E-BBF2-4B24EEF12A9C}" srcOrd="1" destOrd="0" parTransId="{D8CF558A-DEFD-4C02-8977-69D450FFBB9A}" sibTransId="{E51F49C6-CA92-405E-BD54-074204CF6D09}"/>
    <dgm:cxn modelId="{68B440FB-352A-46F9-BC26-8A6D535BC026}" type="presOf" srcId="{F521441E-9288-4903-9E58-5E7523D15A87}" destId="{8B98F5CF-7896-45AF-BA21-948021D25A44}" srcOrd="0" destOrd="0" presId="urn:microsoft.com/office/officeart/2005/8/layout/hierarchy2"/>
    <dgm:cxn modelId="{92507F11-AEB4-4648-9BD2-A82F99966F6A}" srcId="{B8118723-0D14-4E5E-BBF2-4B24EEF12A9C}" destId="{4C8DA764-0F1A-4815-9783-1401ACF4E428}" srcOrd="0" destOrd="0" parTransId="{2816F6DA-627C-4954-AC16-B84E0E4A98FA}" sibTransId="{1AF9D755-BA0B-4741-B5C9-3CB6F668D5DC}"/>
    <dgm:cxn modelId="{EDF16634-79E1-4D21-9C3E-A4777D3F2E82}" type="presOf" srcId="{A94EDE55-D487-4D96-9401-D1D588EB6387}" destId="{559CBB50-147B-4098-90DB-B23AE61B7DA5}" srcOrd="0" destOrd="0" presId="urn:microsoft.com/office/officeart/2005/8/layout/hierarchy2"/>
    <dgm:cxn modelId="{524A54C8-20FB-4B6F-9374-7181F52AAC57}" type="presOf" srcId="{9890C7D3-C68A-414C-95FC-4D3C7AE9AB8B}" destId="{93A21355-748C-4777-BA9E-807EB374EE46}" srcOrd="1" destOrd="0" presId="urn:microsoft.com/office/officeart/2005/8/layout/hierarchy2"/>
    <dgm:cxn modelId="{2FA0E456-3ABF-4F87-B782-663491E9E7E9}" type="presOf" srcId="{4B90920A-2E87-4754-BEFC-5C301B3F93E1}" destId="{9DC8C596-9043-4FBF-9629-7E616C37DDEA}" srcOrd="1" destOrd="0" presId="urn:microsoft.com/office/officeart/2005/8/layout/hierarchy2"/>
    <dgm:cxn modelId="{D5819B9E-ED4A-435D-969E-C01B12A967E3}" srcId="{F521441E-9288-4903-9E58-5E7523D15A87}" destId="{CFB7B6C1-68F4-43D3-B928-E6D10CD91C51}" srcOrd="2" destOrd="0" parTransId="{8782A95B-FD95-40F9-957B-AB2BA604A2F2}" sibTransId="{8CE6DC6C-C19E-4EB3-8904-56C7535FA04D}"/>
    <dgm:cxn modelId="{9E0E17BB-5FF8-4068-84A1-018BE4E3AEDC}" type="presOf" srcId="{D8CF558A-DEFD-4C02-8977-69D450FFBB9A}" destId="{1C2FA0BA-D281-4998-8C97-693FAE62CDA4}" srcOrd="0" destOrd="0" presId="urn:microsoft.com/office/officeart/2005/8/layout/hierarchy2"/>
    <dgm:cxn modelId="{ABF45696-A0BB-48B5-9B7C-6EC4138A26B5}" type="presOf" srcId="{C754FAD1-2710-43CA-952E-47D232FB8C45}" destId="{3439B37A-3B81-46F8-89AC-42BE3D7BBBF9}" srcOrd="0" destOrd="0" presId="urn:microsoft.com/office/officeart/2005/8/layout/hierarchy2"/>
    <dgm:cxn modelId="{178D8775-EC7C-46C1-A2E3-4D3DA1ABBBEF}" type="presOf" srcId="{D011279D-8997-4027-A967-EFAD29087604}" destId="{FE08E5BE-5704-4486-B318-CA231DF580FF}" srcOrd="0" destOrd="0" presId="urn:microsoft.com/office/officeart/2005/8/layout/hierarchy2"/>
    <dgm:cxn modelId="{F115C07F-C9F1-4323-98CB-FC6C16A455F7}" type="presOf" srcId="{809AA1FD-B8B0-4EC1-A21B-8D88AC38B430}" destId="{CBF60FA9-4BBC-4E00-A0BC-59989A75EC79}" srcOrd="0" destOrd="0" presId="urn:microsoft.com/office/officeart/2005/8/layout/hierarchy2"/>
    <dgm:cxn modelId="{DE24CED5-FA10-4C92-AA15-EA90CE2A929A}" srcId="{897D61D8-7154-404C-84D3-A7EC4E590BDF}" destId="{F521441E-9288-4903-9E58-5E7523D15A87}" srcOrd="0" destOrd="0" parTransId="{FCC55546-6880-4A31-B375-0ABF2EA1D7A5}" sibTransId="{C0DF1F7E-E2A6-4FF7-AD94-87EC45AF3430}"/>
    <dgm:cxn modelId="{228F126C-0E82-4EE1-A29D-8933C1BDAC88}" type="presOf" srcId="{AC554A8A-5989-4455-8856-BFD9DE1BC38C}" destId="{B957C403-D2ED-4495-AFD9-09D10CCC1024}" srcOrd="1" destOrd="0" presId="urn:microsoft.com/office/officeart/2005/8/layout/hierarchy2"/>
    <dgm:cxn modelId="{6C9B3396-C1C1-4EDC-BE4E-FC2411FFD0F0}" type="presOf" srcId="{8782A95B-FD95-40F9-957B-AB2BA604A2F2}" destId="{43AD2DA8-460A-4B4A-BA61-4E03AC3448F0}" srcOrd="1" destOrd="0" presId="urn:microsoft.com/office/officeart/2005/8/layout/hierarchy2"/>
    <dgm:cxn modelId="{A5D881EE-A587-4BB3-9A64-435D4EDE38F9}" type="presOf" srcId="{C754FAD1-2710-43CA-952E-47D232FB8C45}" destId="{59453874-9238-4099-97E6-8BDA26B61FAE}" srcOrd="1" destOrd="0" presId="urn:microsoft.com/office/officeart/2005/8/layout/hierarchy2"/>
    <dgm:cxn modelId="{EA68D435-E887-46F9-8626-69730022C632}" type="presOf" srcId="{1E8E5839-6BB4-41FA-BE07-2BEEB06954AA}" destId="{B995BC80-1C6A-44AC-883D-3F2113EBAFFA}" srcOrd="0" destOrd="0" presId="urn:microsoft.com/office/officeart/2005/8/layout/hierarchy2"/>
    <dgm:cxn modelId="{66E10FEB-87A5-4690-B4A7-4556B6EB66A6}" type="presOf" srcId="{A6AD5F2C-EF28-4235-8223-1F064056EBD3}" destId="{5C3E981F-A660-41F2-86B8-10E80BA9F417}" srcOrd="0" destOrd="0" presId="urn:microsoft.com/office/officeart/2005/8/layout/hierarchy2"/>
    <dgm:cxn modelId="{DA2D3FCE-C2FC-4B83-9B83-141A7AF223B3}" type="presOf" srcId="{D011279D-8997-4027-A967-EFAD29087604}" destId="{2A5C5CDC-A408-4E18-8768-6CCC311621A3}" srcOrd="1" destOrd="0" presId="urn:microsoft.com/office/officeart/2005/8/layout/hierarchy2"/>
    <dgm:cxn modelId="{772E49DF-C9C5-4551-90A3-7460C2185647}" srcId="{F521441E-9288-4903-9E58-5E7523D15A87}" destId="{1E8E5839-6BB4-41FA-BE07-2BEEB06954AA}" srcOrd="0" destOrd="0" parTransId="{AC554A8A-5989-4455-8856-BFD9DE1BC38C}" sibTransId="{6FBFBED8-294B-438F-9408-CB72F1472A93}"/>
    <dgm:cxn modelId="{18E3879A-6835-48DA-BFDD-3C11571E0472}" type="presOf" srcId="{2816F6DA-627C-4954-AC16-B84E0E4A98FA}" destId="{BAD01FCF-1737-4073-9B55-7EB9A9EF5391}" srcOrd="0" destOrd="0" presId="urn:microsoft.com/office/officeart/2005/8/layout/hierarchy2"/>
    <dgm:cxn modelId="{90181068-D166-4C0F-8680-ACE6A42E5BA9}" srcId="{F521441E-9288-4903-9E58-5E7523D15A87}" destId="{BC0F33FA-F7B5-4509-A6E6-F97BC3B1A42D}" srcOrd="1" destOrd="0" parTransId="{C754FAD1-2710-43CA-952E-47D232FB8C45}" sibTransId="{231A008F-9867-4724-8E6A-AA875DCE4EAC}"/>
    <dgm:cxn modelId="{78961D45-9E98-4FB5-A6DF-448A76EDF5BE}" type="presOf" srcId="{FCC55546-6880-4A31-B375-0ABF2EA1D7A5}" destId="{048CED0B-97E8-4221-8B7D-47E2DE503125}" srcOrd="0" destOrd="0" presId="urn:microsoft.com/office/officeart/2005/8/layout/hierarchy2"/>
    <dgm:cxn modelId="{71EED8D3-EF95-4E59-847B-0356D08A276B}" srcId="{A94EDE55-D487-4D96-9401-D1D588EB6387}" destId="{4B867A77-FEFB-44FA-96C5-8867E3EDAA13}" srcOrd="2" destOrd="0" parTransId="{EAA0F97A-C5F6-4683-8885-4D34CBD51BA6}" sibTransId="{EB7D59DF-E2EE-45DA-9F9F-EAA05BEBDA16}"/>
    <dgm:cxn modelId="{BA1AE7D1-D5FC-4814-9240-E30ECA098229}" type="presOf" srcId="{8B1BA77A-9CE4-40E1-9CFE-1048E5CD27B9}" destId="{3D3EE4AC-6D11-48FE-90F4-B0253E64FAC7}" srcOrd="0" destOrd="0" presId="urn:microsoft.com/office/officeart/2005/8/layout/hierarchy2"/>
    <dgm:cxn modelId="{D46963E7-E595-49D9-B830-4305283EE3DE}" type="presOf" srcId="{37805D3D-FF56-497D-ADD2-CAC469AB7D05}" destId="{D8F737F7-E453-4928-A2C6-BFA220EBD791}" srcOrd="1" destOrd="0" presId="urn:microsoft.com/office/officeart/2005/8/layout/hierarchy2"/>
    <dgm:cxn modelId="{948389D6-1BDD-4A72-84BC-A81C69A9AED8}" type="presOf" srcId="{65CEB619-2BF2-4C0A-8701-680CA92D247B}" destId="{62E88C53-B9A2-4349-9B3F-E0DE5355003E}" srcOrd="0" destOrd="0" presId="urn:microsoft.com/office/officeart/2005/8/layout/hierarchy2"/>
    <dgm:cxn modelId="{659BAF36-9456-496E-BB47-E5C1A85129EB}" type="presOf" srcId="{FCC55546-6880-4A31-B375-0ABF2EA1D7A5}" destId="{264A443B-C8E0-4D52-9CDD-FDC4395A46D0}" srcOrd="1" destOrd="0" presId="urn:microsoft.com/office/officeart/2005/8/layout/hierarchy2"/>
    <dgm:cxn modelId="{200D8E5E-22DF-4023-9417-EEF7A0767483}" srcId="{A94EDE55-D487-4D96-9401-D1D588EB6387}" destId="{65CEB619-2BF2-4C0A-8701-680CA92D247B}" srcOrd="1" destOrd="0" parTransId="{D011279D-8997-4027-A967-EFAD29087604}" sibTransId="{FE999072-E2C9-42FD-BB89-73E1296FAB64}"/>
    <dgm:cxn modelId="{9C71DED7-4515-4703-994E-104F9A375E7F}" type="presOf" srcId="{2816F6DA-627C-4954-AC16-B84E0E4A98FA}" destId="{303ED7AA-0358-4F6F-A639-C83BF399F097}" srcOrd="1" destOrd="0" presId="urn:microsoft.com/office/officeart/2005/8/layout/hierarchy2"/>
    <dgm:cxn modelId="{74A805A2-E9DB-41C5-93D3-C04C35345E5A}" type="presOf" srcId="{B8118723-0D14-4E5E-BBF2-4B24EEF12A9C}" destId="{2A45ED08-505B-40F6-9A06-ABAFD49CC50B}" srcOrd="0" destOrd="0" presId="urn:microsoft.com/office/officeart/2005/8/layout/hierarchy2"/>
    <dgm:cxn modelId="{CE285706-18BB-44CF-8AA0-60D5DF5A6349}" type="presParOf" srcId="{CBF60FA9-4BBC-4E00-A0BC-59989A75EC79}" destId="{33FB7FC2-0F0E-46A8-A488-941055365EB8}" srcOrd="0" destOrd="0" presId="urn:microsoft.com/office/officeart/2005/8/layout/hierarchy2"/>
    <dgm:cxn modelId="{EBDB3402-C57A-49C5-8C09-F0A3F524103F}" type="presParOf" srcId="{33FB7FC2-0F0E-46A8-A488-941055365EB8}" destId="{24F8A654-D279-44E9-A262-B8F313C4F7F3}" srcOrd="0" destOrd="0" presId="urn:microsoft.com/office/officeart/2005/8/layout/hierarchy2"/>
    <dgm:cxn modelId="{3EF9182D-7708-4BB1-B0E8-BBD44BECB923}" type="presParOf" srcId="{33FB7FC2-0F0E-46A8-A488-941055365EB8}" destId="{0734482D-8A46-4A23-94B8-6212E7243BD8}" srcOrd="1" destOrd="0" presId="urn:microsoft.com/office/officeart/2005/8/layout/hierarchy2"/>
    <dgm:cxn modelId="{36BE3A9F-3C28-4D82-A8F2-0F1A58089927}" type="presParOf" srcId="{0734482D-8A46-4A23-94B8-6212E7243BD8}" destId="{048CED0B-97E8-4221-8B7D-47E2DE503125}" srcOrd="0" destOrd="0" presId="urn:microsoft.com/office/officeart/2005/8/layout/hierarchy2"/>
    <dgm:cxn modelId="{CBC37357-5CC4-4604-BF82-BFE4AC090024}" type="presParOf" srcId="{048CED0B-97E8-4221-8B7D-47E2DE503125}" destId="{264A443B-C8E0-4D52-9CDD-FDC4395A46D0}" srcOrd="0" destOrd="0" presId="urn:microsoft.com/office/officeart/2005/8/layout/hierarchy2"/>
    <dgm:cxn modelId="{99BA1681-42F4-4B0A-AFDA-8358A683A4D5}" type="presParOf" srcId="{0734482D-8A46-4A23-94B8-6212E7243BD8}" destId="{606B19AC-46C7-444A-8F98-B9D6280ACF56}" srcOrd="1" destOrd="0" presId="urn:microsoft.com/office/officeart/2005/8/layout/hierarchy2"/>
    <dgm:cxn modelId="{16FD2D78-0145-4070-BBA3-08A024C407BD}" type="presParOf" srcId="{606B19AC-46C7-444A-8F98-B9D6280ACF56}" destId="{8B98F5CF-7896-45AF-BA21-948021D25A44}" srcOrd="0" destOrd="0" presId="urn:microsoft.com/office/officeart/2005/8/layout/hierarchy2"/>
    <dgm:cxn modelId="{98D0125F-72D5-4D7A-BBB0-313E3D7D7CC4}" type="presParOf" srcId="{606B19AC-46C7-444A-8F98-B9D6280ACF56}" destId="{9CA6EB83-5A7E-42E3-8415-036A0DA63B79}" srcOrd="1" destOrd="0" presId="urn:microsoft.com/office/officeart/2005/8/layout/hierarchy2"/>
    <dgm:cxn modelId="{BF2ED0BB-8BCC-415B-BD16-1ADFB72C82A1}" type="presParOf" srcId="{9CA6EB83-5A7E-42E3-8415-036A0DA63B79}" destId="{34F58314-8807-4249-8E2B-6C1FE09A0D9D}" srcOrd="0" destOrd="0" presId="urn:microsoft.com/office/officeart/2005/8/layout/hierarchy2"/>
    <dgm:cxn modelId="{5220EA66-6778-425A-8846-94FEDCEC9498}" type="presParOf" srcId="{34F58314-8807-4249-8E2B-6C1FE09A0D9D}" destId="{B957C403-D2ED-4495-AFD9-09D10CCC1024}" srcOrd="0" destOrd="0" presId="urn:microsoft.com/office/officeart/2005/8/layout/hierarchy2"/>
    <dgm:cxn modelId="{47BF685E-A7C3-4512-9049-3495706A45B0}" type="presParOf" srcId="{9CA6EB83-5A7E-42E3-8415-036A0DA63B79}" destId="{E22347CA-6A47-4731-850F-C0A38EE6F457}" srcOrd="1" destOrd="0" presId="urn:microsoft.com/office/officeart/2005/8/layout/hierarchy2"/>
    <dgm:cxn modelId="{C02B4232-3C03-4013-B718-D96604AEC6D9}" type="presParOf" srcId="{E22347CA-6A47-4731-850F-C0A38EE6F457}" destId="{B995BC80-1C6A-44AC-883D-3F2113EBAFFA}" srcOrd="0" destOrd="0" presId="urn:microsoft.com/office/officeart/2005/8/layout/hierarchy2"/>
    <dgm:cxn modelId="{2E7491D0-0DBC-4C5E-BB50-256D84A9EADF}" type="presParOf" srcId="{E22347CA-6A47-4731-850F-C0A38EE6F457}" destId="{732CFD58-1955-407D-B624-7913422373EB}" srcOrd="1" destOrd="0" presId="urn:microsoft.com/office/officeart/2005/8/layout/hierarchy2"/>
    <dgm:cxn modelId="{FF70F385-0901-4A8D-AD7F-5C5A8F15E147}" type="presParOf" srcId="{9CA6EB83-5A7E-42E3-8415-036A0DA63B79}" destId="{3439B37A-3B81-46F8-89AC-42BE3D7BBBF9}" srcOrd="2" destOrd="0" presId="urn:microsoft.com/office/officeart/2005/8/layout/hierarchy2"/>
    <dgm:cxn modelId="{9AF63351-2626-42AF-86B0-748EE647B098}" type="presParOf" srcId="{3439B37A-3B81-46F8-89AC-42BE3D7BBBF9}" destId="{59453874-9238-4099-97E6-8BDA26B61FAE}" srcOrd="0" destOrd="0" presId="urn:microsoft.com/office/officeart/2005/8/layout/hierarchy2"/>
    <dgm:cxn modelId="{63032B36-F6E4-49B9-A0A8-445C0348D3C6}" type="presParOf" srcId="{9CA6EB83-5A7E-42E3-8415-036A0DA63B79}" destId="{584B7D41-D30C-41B4-AD8E-AAE8B158474E}" srcOrd="3" destOrd="0" presId="urn:microsoft.com/office/officeart/2005/8/layout/hierarchy2"/>
    <dgm:cxn modelId="{1EC543B5-0628-4A1A-B6A0-94FD5FCCD928}" type="presParOf" srcId="{584B7D41-D30C-41B4-AD8E-AAE8B158474E}" destId="{D4C3F6EF-7EC3-433E-A819-19B09F0FA59A}" srcOrd="0" destOrd="0" presId="urn:microsoft.com/office/officeart/2005/8/layout/hierarchy2"/>
    <dgm:cxn modelId="{776E70D4-B7B5-49F1-8C46-75C4658C6F84}" type="presParOf" srcId="{584B7D41-D30C-41B4-AD8E-AAE8B158474E}" destId="{D607C108-777E-43E3-9471-56C4DC75FD12}" srcOrd="1" destOrd="0" presId="urn:microsoft.com/office/officeart/2005/8/layout/hierarchy2"/>
    <dgm:cxn modelId="{D5E85E9F-6E26-4FC4-B375-4168E7029E9B}" type="presParOf" srcId="{9CA6EB83-5A7E-42E3-8415-036A0DA63B79}" destId="{12AF3A9B-214A-40B0-B295-0242A3F7B378}" srcOrd="4" destOrd="0" presId="urn:microsoft.com/office/officeart/2005/8/layout/hierarchy2"/>
    <dgm:cxn modelId="{8249A092-81B1-49DF-9F52-421A66A6DDE8}" type="presParOf" srcId="{12AF3A9B-214A-40B0-B295-0242A3F7B378}" destId="{43AD2DA8-460A-4B4A-BA61-4E03AC3448F0}" srcOrd="0" destOrd="0" presId="urn:microsoft.com/office/officeart/2005/8/layout/hierarchy2"/>
    <dgm:cxn modelId="{4BE1147F-2018-4631-B31B-B20434D9AF8F}" type="presParOf" srcId="{9CA6EB83-5A7E-42E3-8415-036A0DA63B79}" destId="{B39BD7AF-0476-47DE-A365-CBD6A62AF1E2}" srcOrd="5" destOrd="0" presId="urn:microsoft.com/office/officeart/2005/8/layout/hierarchy2"/>
    <dgm:cxn modelId="{7D953A3D-F26F-4063-A824-9565AE6E62E5}" type="presParOf" srcId="{B39BD7AF-0476-47DE-A365-CBD6A62AF1E2}" destId="{22B12437-3297-4FBA-BC91-DB5F0D943DA6}" srcOrd="0" destOrd="0" presId="urn:microsoft.com/office/officeart/2005/8/layout/hierarchy2"/>
    <dgm:cxn modelId="{D5D3E3EC-8115-42DB-8A96-D1DEC6AE1A8E}" type="presParOf" srcId="{B39BD7AF-0476-47DE-A365-CBD6A62AF1E2}" destId="{B4B52445-E5FC-4AB7-9904-C8222E053BD2}" srcOrd="1" destOrd="0" presId="urn:microsoft.com/office/officeart/2005/8/layout/hierarchy2"/>
    <dgm:cxn modelId="{0D27DA33-84C7-4462-A3D9-64803F32CB3A}" type="presParOf" srcId="{0734482D-8A46-4A23-94B8-6212E7243BD8}" destId="{1C2FA0BA-D281-4998-8C97-693FAE62CDA4}" srcOrd="2" destOrd="0" presId="urn:microsoft.com/office/officeart/2005/8/layout/hierarchy2"/>
    <dgm:cxn modelId="{C88532FE-89D4-40A3-92A9-CF8ACC0EB9B1}" type="presParOf" srcId="{1C2FA0BA-D281-4998-8C97-693FAE62CDA4}" destId="{2E62FE2E-2404-45DA-8420-346989DE1DDA}" srcOrd="0" destOrd="0" presId="urn:microsoft.com/office/officeart/2005/8/layout/hierarchy2"/>
    <dgm:cxn modelId="{EB5BD2FE-7DA8-42AD-82F9-83041C3E9C9F}" type="presParOf" srcId="{0734482D-8A46-4A23-94B8-6212E7243BD8}" destId="{95A4784F-8CD4-4C88-BC9E-186029AAA87E}" srcOrd="3" destOrd="0" presId="urn:microsoft.com/office/officeart/2005/8/layout/hierarchy2"/>
    <dgm:cxn modelId="{0FF68C9E-6A45-480B-B929-75418B037CA5}" type="presParOf" srcId="{95A4784F-8CD4-4C88-BC9E-186029AAA87E}" destId="{2A45ED08-505B-40F6-9A06-ABAFD49CC50B}" srcOrd="0" destOrd="0" presId="urn:microsoft.com/office/officeart/2005/8/layout/hierarchy2"/>
    <dgm:cxn modelId="{001DB871-EFBB-4576-9949-6F200DD27D61}" type="presParOf" srcId="{95A4784F-8CD4-4C88-BC9E-186029AAA87E}" destId="{66EE1D3D-3457-4BA6-ADAA-C96D9519C91E}" srcOrd="1" destOrd="0" presId="urn:microsoft.com/office/officeart/2005/8/layout/hierarchy2"/>
    <dgm:cxn modelId="{0D7D9B5A-B6A3-4E1B-A112-193B8A6DDC5E}" type="presParOf" srcId="{66EE1D3D-3457-4BA6-ADAA-C96D9519C91E}" destId="{BAD01FCF-1737-4073-9B55-7EB9A9EF5391}" srcOrd="0" destOrd="0" presId="urn:microsoft.com/office/officeart/2005/8/layout/hierarchy2"/>
    <dgm:cxn modelId="{15585CAF-FEEF-4664-B00C-05736A9AB8EE}" type="presParOf" srcId="{BAD01FCF-1737-4073-9B55-7EB9A9EF5391}" destId="{303ED7AA-0358-4F6F-A639-C83BF399F097}" srcOrd="0" destOrd="0" presId="urn:microsoft.com/office/officeart/2005/8/layout/hierarchy2"/>
    <dgm:cxn modelId="{6AA9F816-6B4A-4E12-AE7C-3F66C16F331B}" type="presParOf" srcId="{66EE1D3D-3457-4BA6-ADAA-C96D9519C91E}" destId="{6AF6FFBF-896A-455D-B818-125B32A469A0}" srcOrd="1" destOrd="0" presId="urn:microsoft.com/office/officeart/2005/8/layout/hierarchy2"/>
    <dgm:cxn modelId="{4BD0DC3B-BE99-4264-B4C5-54EB5B5C555E}" type="presParOf" srcId="{6AF6FFBF-896A-455D-B818-125B32A469A0}" destId="{D8AC7C62-C9EA-4B29-B4F1-D7AD966C03B2}" srcOrd="0" destOrd="0" presId="urn:microsoft.com/office/officeart/2005/8/layout/hierarchy2"/>
    <dgm:cxn modelId="{3984EDD1-E67F-4E8E-946F-031EA5482332}" type="presParOf" srcId="{6AF6FFBF-896A-455D-B818-125B32A469A0}" destId="{5ABB5C9E-0526-4CE0-9550-3FCE3EA797D3}" srcOrd="1" destOrd="0" presId="urn:microsoft.com/office/officeart/2005/8/layout/hierarchy2"/>
    <dgm:cxn modelId="{F53B1C6E-DB87-440B-BB3C-5EF3DE8F355E}" type="presParOf" srcId="{66EE1D3D-3457-4BA6-ADAA-C96D9519C91E}" destId="{D76B7C7E-CC0C-4961-874A-4F1FA9CE43F4}" srcOrd="2" destOrd="0" presId="urn:microsoft.com/office/officeart/2005/8/layout/hierarchy2"/>
    <dgm:cxn modelId="{E8410A16-2414-43F7-B434-9B029CE3FB9D}" type="presParOf" srcId="{D76B7C7E-CC0C-4961-874A-4F1FA9CE43F4}" destId="{D8F737F7-E453-4928-A2C6-BFA220EBD791}" srcOrd="0" destOrd="0" presId="urn:microsoft.com/office/officeart/2005/8/layout/hierarchy2"/>
    <dgm:cxn modelId="{90C46E15-D9E5-491D-A319-2178582FD25C}" type="presParOf" srcId="{66EE1D3D-3457-4BA6-ADAA-C96D9519C91E}" destId="{4AFC335F-6191-495F-AE6F-80723212B52B}" srcOrd="3" destOrd="0" presId="urn:microsoft.com/office/officeart/2005/8/layout/hierarchy2"/>
    <dgm:cxn modelId="{852513F3-68A0-4121-9D4A-924B3C5F1C64}" type="presParOf" srcId="{4AFC335F-6191-495F-AE6F-80723212B52B}" destId="{3D3EE4AC-6D11-48FE-90F4-B0253E64FAC7}" srcOrd="0" destOrd="0" presId="urn:microsoft.com/office/officeart/2005/8/layout/hierarchy2"/>
    <dgm:cxn modelId="{8F86B0F5-0B25-4E00-A9C6-4CD416D84EA3}" type="presParOf" srcId="{4AFC335F-6191-495F-AE6F-80723212B52B}" destId="{B70781B4-7C80-4BD8-AF0E-37FDD09A96EE}" srcOrd="1" destOrd="0" presId="urn:microsoft.com/office/officeart/2005/8/layout/hierarchy2"/>
    <dgm:cxn modelId="{2D4E95F0-26B6-4C73-8282-B5D39B2AD90E}" type="presParOf" srcId="{B70781B4-7C80-4BD8-AF0E-37FDD09A96EE}" destId="{BCC5A5A5-8794-459A-827D-2224F051A13D}" srcOrd="0" destOrd="0" presId="urn:microsoft.com/office/officeart/2005/8/layout/hierarchy2"/>
    <dgm:cxn modelId="{8B98B9F1-E2B6-46C1-8AF4-3EE632D4D608}" type="presParOf" srcId="{BCC5A5A5-8794-459A-827D-2224F051A13D}" destId="{93A21355-748C-4777-BA9E-807EB374EE46}" srcOrd="0" destOrd="0" presId="urn:microsoft.com/office/officeart/2005/8/layout/hierarchy2"/>
    <dgm:cxn modelId="{43B8437D-B780-481E-BA69-A23E51E3177E}" type="presParOf" srcId="{B70781B4-7C80-4BD8-AF0E-37FDD09A96EE}" destId="{3AA2F6BB-2248-4A15-AA62-5FA3B57228CE}" srcOrd="1" destOrd="0" presId="urn:microsoft.com/office/officeart/2005/8/layout/hierarchy2"/>
    <dgm:cxn modelId="{1009946B-D7B1-45F5-9666-D29937709E66}" type="presParOf" srcId="{3AA2F6BB-2248-4A15-AA62-5FA3B57228CE}" destId="{559CBB50-147B-4098-90DB-B23AE61B7DA5}" srcOrd="0" destOrd="0" presId="urn:microsoft.com/office/officeart/2005/8/layout/hierarchy2"/>
    <dgm:cxn modelId="{CF320BB5-331B-4822-9017-18DC52813CC2}" type="presParOf" srcId="{3AA2F6BB-2248-4A15-AA62-5FA3B57228CE}" destId="{4861166E-24D3-4E5F-A4C7-6D15FB99FEAC}" srcOrd="1" destOrd="0" presId="urn:microsoft.com/office/officeart/2005/8/layout/hierarchy2"/>
    <dgm:cxn modelId="{2904BA0A-AD54-4C5E-BA63-64C3A5C44526}" type="presParOf" srcId="{4861166E-24D3-4E5F-A4C7-6D15FB99FEAC}" destId="{5C3E981F-A660-41F2-86B8-10E80BA9F417}" srcOrd="0" destOrd="0" presId="urn:microsoft.com/office/officeart/2005/8/layout/hierarchy2"/>
    <dgm:cxn modelId="{09B3340F-C598-495A-B336-612706FBD984}" type="presParOf" srcId="{5C3E981F-A660-41F2-86B8-10E80BA9F417}" destId="{9EECBD88-8C2C-4905-A5D0-65C80B97F81A}" srcOrd="0" destOrd="0" presId="urn:microsoft.com/office/officeart/2005/8/layout/hierarchy2"/>
    <dgm:cxn modelId="{02F73E35-5051-47DA-B019-FED00350FDD7}" type="presParOf" srcId="{4861166E-24D3-4E5F-A4C7-6D15FB99FEAC}" destId="{0CE1A25F-8637-404A-A8AE-1664A85A9C91}" srcOrd="1" destOrd="0" presId="urn:microsoft.com/office/officeart/2005/8/layout/hierarchy2"/>
    <dgm:cxn modelId="{C622E90E-B896-45F8-8D46-D341FD826306}" type="presParOf" srcId="{0CE1A25F-8637-404A-A8AE-1664A85A9C91}" destId="{626F6053-4DCD-41D4-AE58-FBDAA168D020}" srcOrd="0" destOrd="0" presId="urn:microsoft.com/office/officeart/2005/8/layout/hierarchy2"/>
    <dgm:cxn modelId="{9FB7DEC3-4851-472A-BC3F-46C49B016651}" type="presParOf" srcId="{0CE1A25F-8637-404A-A8AE-1664A85A9C91}" destId="{C60DE7EF-5A1C-4D78-9B42-F8121C841E5C}" srcOrd="1" destOrd="0" presId="urn:microsoft.com/office/officeart/2005/8/layout/hierarchy2"/>
    <dgm:cxn modelId="{C2681768-BAB8-420C-9DE7-DB4D0668AC3C}" type="presParOf" srcId="{4861166E-24D3-4E5F-A4C7-6D15FB99FEAC}" destId="{FE08E5BE-5704-4486-B318-CA231DF580FF}" srcOrd="2" destOrd="0" presId="urn:microsoft.com/office/officeart/2005/8/layout/hierarchy2"/>
    <dgm:cxn modelId="{087804E8-EFDC-4C94-ADA9-A525E0F70F31}" type="presParOf" srcId="{FE08E5BE-5704-4486-B318-CA231DF580FF}" destId="{2A5C5CDC-A408-4E18-8768-6CCC311621A3}" srcOrd="0" destOrd="0" presId="urn:microsoft.com/office/officeart/2005/8/layout/hierarchy2"/>
    <dgm:cxn modelId="{1DC88F8C-D291-40C2-A340-2FE35DB4C168}" type="presParOf" srcId="{4861166E-24D3-4E5F-A4C7-6D15FB99FEAC}" destId="{DC905F72-68D0-4279-BB33-2F9819098EC5}" srcOrd="3" destOrd="0" presId="urn:microsoft.com/office/officeart/2005/8/layout/hierarchy2"/>
    <dgm:cxn modelId="{C65DE1FE-1D59-4805-B88A-A9275C508EDA}" type="presParOf" srcId="{DC905F72-68D0-4279-BB33-2F9819098EC5}" destId="{62E88C53-B9A2-4349-9B3F-E0DE5355003E}" srcOrd="0" destOrd="0" presId="urn:microsoft.com/office/officeart/2005/8/layout/hierarchy2"/>
    <dgm:cxn modelId="{84E1DBF1-BF59-4425-82FE-F3FD3FAEFB3F}" type="presParOf" srcId="{DC905F72-68D0-4279-BB33-2F9819098EC5}" destId="{35C9C4B5-61DA-4338-999E-D296BF5079DA}" srcOrd="1" destOrd="0" presId="urn:microsoft.com/office/officeart/2005/8/layout/hierarchy2"/>
    <dgm:cxn modelId="{55BC86B1-7DCE-4F63-BAF9-86D69DAD7647}" type="presParOf" srcId="{4861166E-24D3-4E5F-A4C7-6D15FB99FEAC}" destId="{4EC52A3D-6D48-4131-8D4A-9F11B0FDC20B}" srcOrd="4" destOrd="0" presId="urn:microsoft.com/office/officeart/2005/8/layout/hierarchy2"/>
    <dgm:cxn modelId="{6410E7E7-17D3-4DED-AFA4-60DDAC8E2D20}" type="presParOf" srcId="{4EC52A3D-6D48-4131-8D4A-9F11B0FDC20B}" destId="{10D02522-7484-49D7-9C06-1A845F3982FD}" srcOrd="0" destOrd="0" presId="urn:microsoft.com/office/officeart/2005/8/layout/hierarchy2"/>
    <dgm:cxn modelId="{8B54FC0E-EC50-4EDA-BB7F-95DECBD1981A}" type="presParOf" srcId="{4861166E-24D3-4E5F-A4C7-6D15FB99FEAC}" destId="{C31F777F-113A-43E9-B354-94A234342CB8}" srcOrd="5" destOrd="0" presId="urn:microsoft.com/office/officeart/2005/8/layout/hierarchy2"/>
    <dgm:cxn modelId="{95CDE7C0-B441-488E-9A72-8C5CB6D298B1}" type="presParOf" srcId="{C31F777F-113A-43E9-B354-94A234342CB8}" destId="{A5AB2A07-B4F0-4B0A-8D83-C03D4A25E41B}" srcOrd="0" destOrd="0" presId="urn:microsoft.com/office/officeart/2005/8/layout/hierarchy2"/>
    <dgm:cxn modelId="{9CEA0941-686D-481F-B7D1-87C89D3B62C9}" type="presParOf" srcId="{C31F777F-113A-43E9-B354-94A234342CB8}" destId="{8C55F12F-11FC-464D-B905-4B6C1C2E8B1C}" srcOrd="1" destOrd="0" presId="urn:microsoft.com/office/officeart/2005/8/layout/hierarchy2"/>
    <dgm:cxn modelId="{5348C0D7-AB62-477B-B9E8-3DD588494830}" type="presParOf" srcId="{B70781B4-7C80-4BD8-AF0E-37FDD09A96EE}" destId="{DFBD6E6D-4202-4926-9D64-F4FA7294D33A}" srcOrd="2" destOrd="0" presId="urn:microsoft.com/office/officeart/2005/8/layout/hierarchy2"/>
    <dgm:cxn modelId="{16259986-4B03-4D2C-9D4B-33931301F3DF}" type="presParOf" srcId="{DFBD6E6D-4202-4926-9D64-F4FA7294D33A}" destId="{9DC8C596-9043-4FBF-9629-7E616C37DDEA}" srcOrd="0" destOrd="0" presId="urn:microsoft.com/office/officeart/2005/8/layout/hierarchy2"/>
    <dgm:cxn modelId="{D6ACA178-9206-4103-8120-3DB97FE7DEE0}" type="presParOf" srcId="{B70781B4-7C80-4BD8-AF0E-37FDD09A96EE}" destId="{E19E5FE0-5DBF-44F8-A48B-42AFDFA7CEFB}" srcOrd="3" destOrd="0" presId="urn:microsoft.com/office/officeart/2005/8/layout/hierarchy2"/>
    <dgm:cxn modelId="{23F87CFB-0F12-4EE7-AFCE-8449F2AE299F}" type="presParOf" srcId="{E19E5FE0-5DBF-44F8-A48B-42AFDFA7CEFB}" destId="{E69385B3-5EF3-4606-96F6-D943D4CC74F7}" srcOrd="0" destOrd="0" presId="urn:microsoft.com/office/officeart/2005/8/layout/hierarchy2"/>
    <dgm:cxn modelId="{B55D15C0-0EB4-4259-905C-B44656AF4B72}" type="presParOf" srcId="{E19E5FE0-5DBF-44F8-A48B-42AFDFA7CEFB}" destId="{2EDE743D-1229-41E1-B9D8-C64EFF24C330}" srcOrd="1" destOrd="0" presId="urn:microsoft.com/office/officeart/2005/8/layout/hierarchy2"/>
    <dgm:cxn modelId="{871AEED2-A10A-430A-877E-C1454CE299AB}" type="presParOf" srcId="{66EE1D3D-3457-4BA6-ADAA-C96D9519C91E}" destId="{EEAB1A74-53D8-4F42-B6A0-5C10AEE06B08}" srcOrd="4" destOrd="0" presId="urn:microsoft.com/office/officeart/2005/8/layout/hierarchy2"/>
    <dgm:cxn modelId="{C61CE635-2F81-4716-A49C-E4A192CE4563}" type="presParOf" srcId="{EEAB1A74-53D8-4F42-B6A0-5C10AEE06B08}" destId="{DAAE5A91-0D70-4B4E-8CEC-FE92E989F952}" srcOrd="0" destOrd="0" presId="urn:microsoft.com/office/officeart/2005/8/layout/hierarchy2"/>
    <dgm:cxn modelId="{3D829579-362D-43D8-A952-D05279F191EB}" type="presParOf" srcId="{66EE1D3D-3457-4BA6-ADAA-C96D9519C91E}" destId="{C2037956-BBA8-483D-9887-7B0000D424FB}" srcOrd="5" destOrd="0" presId="urn:microsoft.com/office/officeart/2005/8/layout/hierarchy2"/>
    <dgm:cxn modelId="{C88FBC47-BDFC-4522-87CB-EB95634B6314}" type="presParOf" srcId="{C2037956-BBA8-483D-9887-7B0000D424FB}" destId="{83372812-64EE-46E2-AF6F-7E45EBB025CE}" srcOrd="0" destOrd="0" presId="urn:microsoft.com/office/officeart/2005/8/layout/hierarchy2"/>
    <dgm:cxn modelId="{CD8CBA10-D1D5-443D-A9A5-16A64E3E708F}" type="presParOf" srcId="{C2037956-BBA8-483D-9887-7B0000D424FB}" destId="{AA2AF4ED-8F72-40D3-93D1-EF58832AC583}" srcOrd="1" destOrd="0" presId="urn:microsoft.com/office/officeart/2005/8/layout/hierarchy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5D25B6B-3F1C-446A-801F-9BA05A7D5A93}">
      <dsp:nvSpPr>
        <dsp:cNvPr id="0" name=""/>
        <dsp:cNvSpPr/>
      </dsp:nvSpPr>
      <dsp:spPr>
        <a:xfrm>
          <a:off x="3572975" y="2240736"/>
          <a:ext cx="2138758" cy="2138758"/>
        </a:xfrm>
        <a:prstGeom prst="ellipse">
          <a:avLst/>
        </a:prstGeom>
        <a:solidFill>
          <a:schemeClr val="accent2">
            <a:hueOff val="0"/>
            <a:satOff val="0"/>
            <a:lumOff val="0"/>
            <a:alphaOff val="0"/>
          </a:schemeClr>
        </a:solidFill>
        <a:ln>
          <a:noFill/>
        </a:ln>
        <a:effectLst>
          <a:outerShdw blurRad="50800" dist="25400" algn="bl" rotWithShape="0">
            <a:srgbClr val="000000">
              <a:alpha val="60000"/>
            </a:srgbClr>
          </a:outerShdw>
        </a:effectLst>
        <a:sp3d extrusionH="152250" prstMaterial="matte">
          <a:bevelT w="165100" prst="coolSlant"/>
        </a:sp3d>
      </dsp:spPr>
      <dsp:style>
        <a:lnRef idx="0">
          <a:scrgbClr r="0" g="0" b="0"/>
        </a:lnRef>
        <a:fillRef idx="1">
          <a:scrgbClr r="0" g="0" b="0"/>
        </a:fillRef>
        <a:effectRef idx="2">
          <a:scrgbClr r="0" g="0" b="0"/>
        </a:effectRef>
        <a:fontRef idx="minor">
          <a:schemeClr val="lt1"/>
        </a:fontRef>
      </dsp:style>
      <dsp:txBody>
        <a:bodyPr spcFirstLastPara="0" vert="horz" wrap="square" lIns="41275" tIns="41275" rIns="41275" bIns="41275" numCol="1" spcCol="1270" anchor="ctr" anchorCtr="0">
          <a:noAutofit/>
          <a:sp3d extrusionH="28000" prstMaterial="matte"/>
        </a:bodyPr>
        <a:lstStyle/>
        <a:p>
          <a:pPr marL="0" lvl="0" indent="0" algn="ctr" defTabSz="2889250">
            <a:lnSpc>
              <a:spcPct val="90000"/>
            </a:lnSpc>
            <a:spcBef>
              <a:spcPct val="0"/>
            </a:spcBef>
            <a:spcAft>
              <a:spcPct val="35000"/>
            </a:spcAft>
            <a:buNone/>
          </a:pPr>
          <a:r>
            <a:rPr lang="en-US" sz="6500" kern="1200" dirty="0"/>
            <a:t>IL</a:t>
          </a:r>
        </a:p>
      </dsp:txBody>
      <dsp:txXfrm>
        <a:off x="3886189" y="2553950"/>
        <a:ext cx="1512330" cy="1512330"/>
      </dsp:txXfrm>
    </dsp:sp>
    <dsp:sp modelId="{E5CBC3EB-CA45-4A64-81A8-65B22C533EA6}">
      <dsp:nvSpPr>
        <dsp:cNvPr id="0" name=""/>
        <dsp:cNvSpPr/>
      </dsp:nvSpPr>
      <dsp:spPr>
        <a:xfrm rot="11712640">
          <a:off x="1990669" y="2496375"/>
          <a:ext cx="1559500" cy="609546"/>
        </a:xfrm>
        <a:prstGeom prst="leftArrow">
          <a:avLst>
            <a:gd name="adj1" fmla="val 60000"/>
            <a:gd name="adj2" fmla="val 50000"/>
          </a:avLst>
        </a:prstGeom>
        <a:solidFill>
          <a:schemeClr val="accent2">
            <a:tint val="60000"/>
            <a:hueOff val="0"/>
            <a:satOff val="0"/>
            <a:lumOff val="0"/>
            <a:alphaOff val="0"/>
          </a:schemeClr>
        </a:solidFill>
        <a:ln>
          <a:noFill/>
        </a:ln>
        <a:effectLst/>
        <a:sp3d z="-227350" prstMaterial="matte"/>
      </dsp:spPr>
      <dsp:style>
        <a:lnRef idx="0">
          <a:scrgbClr r="0" g="0" b="0"/>
        </a:lnRef>
        <a:fillRef idx="1">
          <a:scrgbClr r="0" g="0" b="0"/>
        </a:fillRef>
        <a:effectRef idx="0">
          <a:scrgbClr r="0" g="0" b="0"/>
        </a:effectRef>
        <a:fontRef idx="minor">
          <a:schemeClr val="lt1"/>
        </a:fontRef>
      </dsp:style>
    </dsp:sp>
    <dsp:sp modelId="{575CFE5A-A3B3-4DA0-A745-2592B4F6C238}">
      <dsp:nvSpPr>
        <dsp:cNvPr id="0" name=""/>
        <dsp:cNvSpPr/>
      </dsp:nvSpPr>
      <dsp:spPr>
        <a:xfrm>
          <a:off x="1002075" y="1783837"/>
          <a:ext cx="2031820" cy="1625456"/>
        </a:xfrm>
        <a:prstGeom prst="roundRect">
          <a:avLst>
            <a:gd name="adj" fmla="val 10000"/>
          </a:avLst>
        </a:prstGeom>
        <a:solidFill>
          <a:schemeClr val="accent2">
            <a:hueOff val="0"/>
            <a:satOff val="0"/>
            <a:lumOff val="0"/>
            <a:alphaOff val="0"/>
          </a:schemeClr>
        </a:solidFill>
        <a:ln>
          <a:noFill/>
        </a:ln>
        <a:effectLst>
          <a:outerShdw blurRad="50800" dist="25400" algn="bl" rotWithShape="0">
            <a:srgbClr val="000000">
              <a:alpha val="60000"/>
            </a:srgbClr>
          </a:outerShdw>
        </a:effectLst>
        <a:sp3d extrusionH="152250" prstMaterial="matte">
          <a:bevelT w="165100" prst="coolSlant"/>
        </a:sp3d>
      </dsp:spPr>
      <dsp:style>
        <a:lnRef idx="0">
          <a:scrgbClr r="0" g="0" b="0"/>
        </a:lnRef>
        <a:fillRef idx="1">
          <a:scrgbClr r="0" g="0" b="0"/>
        </a:fillRef>
        <a:effectRef idx="2">
          <a:scrgbClr r="0" g="0" b="0"/>
        </a:effectRef>
        <a:fontRef idx="minor">
          <a:schemeClr val="lt1"/>
        </a:fontRef>
      </dsp:style>
      <dsp:txBody>
        <a:bodyPr spcFirstLastPara="0" vert="horz" wrap="square" lIns="91440" tIns="91440" rIns="91440" bIns="91440" numCol="1" spcCol="1270" anchor="ctr" anchorCtr="0">
          <a:noAutofit/>
          <a:sp3d extrusionH="28000" prstMaterial="matte"/>
        </a:bodyPr>
        <a:lstStyle/>
        <a:p>
          <a:pPr marL="0" lvl="0" indent="0" algn="ctr" defTabSz="2133600">
            <a:lnSpc>
              <a:spcPct val="90000"/>
            </a:lnSpc>
            <a:spcBef>
              <a:spcPct val="0"/>
            </a:spcBef>
            <a:spcAft>
              <a:spcPct val="35000"/>
            </a:spcAft>
            <a:buNone/>
          </a:pPr>
          <a:r>
            <a:rPr lang="en-US" sz="4800" kern="1200" dirty="0"/>
            <a:t>C#</a:t>
          </a:r>
        </a:p>
      </dsp:txBody>
      <dsp:txXfrm>
        <a:off x="1049683" y="1831445"/>
        <a:ext cx="1936604" cy="1530240"/>
      </dsp:txXfrm>
    </dsp:sp>
    <dsp:sp modelId="{4845AD18-8637-4AB5-AF83-E0821E11EE7B}">
      <dsp:nvSpPr>
        <dsp:cNvPr id="0" name=""/>
        <dsp:cNvSpPr/>
      </dsp:nvSpPr>
      <dsp:spPr>
        <a:xfrm rot="14740841">
          <a:off x="3049909" y="1227965"/>
          <a:ext cx="1578414" cy="609546"/>
        </a:xfrm>
        <a:prstGeom prst="leftArrow">
          <a:avLst>
            <a:gd name="adj1" fmla="val 60000"/>
            <a:gd name="adj2" fmla="val 50000"/>
          </a:avLst>
        </a:prstGeom>
        <a:solidFill>
          <a:schemeClr val="accent2">
            <a:tint val="60000"/>
            <a:hueOff val="0"/>
            <a:satOff val="0"/>
            <a:lumOff val="0"/>
            <a:alphaOff val="0"/>
          </a:schemeClr>
        </a:solidFill>
        <a:ln>
          <a:noFill/>
        </a:ln>
        <a:effectLst/>
        <a:sp3d z="-227350" prstMaterial="matte"/>
      </dsp:spPr>
      <dsp:style>
        <a:lnRef idx="0">
          <a:scrgbClr r="0" g="0" b="0"/>
        </a:lnRef>
        <a:fillRef idx="1">
          <a:scrgbClr r="0" g="0" b="0"/>
        </a:fillRef>
        <a:effectRef idx="0">
          <a:scrgbClr r="0" g="0" b="0"/>
        </a:effectRef>
        <a:fontRef idx="minor">
          <a:schemeClr val="lt1"/>
        </a:fontRef>
      </dsp:style>
    </dsp:sp>
    <dsp:sp modelId="{A13EEEA4-0D20-404E-8AFB-5F987669E5D7}">
      <dsp:nvSpPr>
        <dsp:cNvPr id="0" name=""/>
        <dsp:cNvSpPr/>
      </dsp:nvSpPr>
      <dsp:spPr>
        <a:xfrm>
          <a:off x="2498193" y="833"/>
          <a:ext cx="2031820" cy="1625456"/>
        </a:xfrm>
        <a:prstGeom prst="roundRect">
          <a:avLst>
            <a:gd name="adj" fmla="val 10000"/>
          </a:avLst>
        </a:prstGeom>
        <a:solidFill>
          <a:schemeClr val="accent2">
            <a:hueOff val="0"/>
            <a:satOff val="0"/>
            <a:lumOff val="0"/>
            <a:alphaOff val="0"/>
          </a:schemeClr>
        </a:solidFill>
        <a:ln>
          <a:noFill/>
        </a:ln>
        <a:effectLst>
          <a:outerShdw blurRad="50800" dist="25400" algn="bl" rotWithShape="0">
            <a:srgbClr val="000000">
              <a:alpha val="60000"/>
            </a:srgbClr>
          </a:outerShdw>
        </a:effectLst>
        <a:sp3d extrusionH="152250" prstMaterial="matte">
          <a:bevelT w="165100" prst="coolSlant"/>
        </a:sp3d>
      </dsp:spPr>
      <dsp:style>
        <a:lnRef idx="0">
          <a:scrgbClr r="0" g="0" b="0"/>
        </a:lnRef>
        <a:fillRef idx="1">
          <a:scrgbClr r="0" g="0" b="0"/>
        </a:fillRef>
        <a:effectRef idx="2">
          <a:scrgbClr r="0" g="0" b="0"/>
        </a:effectRef>
        <a:fontRef idx="minor">
          <a:schemeClr val="lt1"/>
        </a:fontRef>
      </dsp:style>
      <dsp:txBody>
        <a:bodyPr spcFirstLastPara="0" vert="horz" wrap="square" lIns="91440" tIns="91440" rIns="91440" bIns="91440" numCol="1" spcCol="1270" anchor="ctr" anchorCtr="0">
          <a:noAutofit/>
          <a:sp3d extrusionH="28000" prstMaterial="matte"/>
        </a:bodyPr>
        <a:lstStyle/>
        <a:p>
          <a:pPr marL="0" lvl="0" indent="0" algn="ctr" defTabSz="2133600">
            <a:lnSpc>
              <a:spcPct val="90000"/>
            </a:lnSpc>
            <a:spcBef>
              <a:spcPct val="0"/>
            </a:spcBef>
            <a:spcAft>
              <a:spcPct val="35000"/>
            </a:spcAft>
            <a:buNone/>
          </a:pPr>
          <a:r>
            <a:rPr lang="en-US" sz="4800" kern="1200" dirty="0"/>
            <a:t>Visual Basic</a:t>
          </a:r>
        </a:p>
      </dsp:txBody>
      <dsp:txXfrm>
        <a:off x="2545801" y="48441"/>
        <a:ext cx="1936604" cy="1530240"/>
      </dsp:txXfrm>
    </dsp:sp>
    <dsp:sp modelId="{A81952B1-59D1-4792-A7E4-299902BDF290}">
      <dsp:nvSpPr>
        <dsp:cNvPr id="0" name=""/>
        <dsp:cNvSpPr/>
      </dsp:nvSpPr>
      <dsp:spPr>
        <a:xfrm rot="17739524">
          <a:off x="4690386" y="1232955"/>
          <a:ext cx="1606778" cy="609546"/>
        </a:xfrm>
        <a:prstGeom prst="leftArrow">
          <a:avLst>
            <a:gd name="adj1" fmla="val 60000"/>
            <a:gd name="adj2" fmla="val 50000"/>
          </a:avLst>
        </a:prstGeom>
        <a:solidFill>
          <a:schemeClr val="accent2">
            <a:tint val="60000"/>
            <a:hueOff val="0"/>
            <a:satOff val="0"/>
            <a:lumOff val="0"/>
            <a:alphaOff val="0"/>
          </a:schemeClr>
        </a:solidFill>
        <a:ln>
          <a:noFill/>
        </a:ln>
        <a:effectLst/>
        <a:sp3d z="-227350" prstMaterial="matte"/>
      </dsp:spPr>
      <dsp:style>
        <a:lnRef idx="0">
          <a:scrgbClr r="0" g="0" b="0"/>
        </a:lnRef>
        <a:fillRef idx="1">
          <a:scrgbClr r="0" g="0" b="0"/>
        </a:fillRef>
        <a:effectRef idx="0">
          <a:scrgbClr r="0" g="0" b="0"/>
        </a:effectRef>
        <a:fontRef idx="minor">
          <a:schemeClr val="lt1"/>
        </a:fontRef>
      </dsp:style>
    </dsp:sp>
    <dsp:sp modelId="{73D06C4A-2381-4042-A5A8-90B577A73FB5}">
      <dsp:nvSpPr>
        <dsp:cNvPr id="0" name=""/>
        <dsp:cNvSpPr/>
      </dsp:nvSpPr>
      <dsp:spPr>
        <a:xfrm>
          <a:off x="4825740" y="833"/>
          <a:ext cx="2031820" cy="1625456"/>
        </a:xfrm>
        <a:prstGeom prst="roundRect">
          <a:avLst>
            <a:gd name="adj" fmla="val 10000"/>
          </a:avLst>
        </a:prstGeom>
        <a:solidFill>
          <a:schemeClr val="accent2">
            <a:hueOff val="0"/>
            <a:satOff val="0"/>
            <a:lumOff val="0"/>
            <a:alphaOff val="0"/>
          </a:schemeClr>
        </a:solidFill>
        <a:ln>
          <a:noFill/>
        </a:ln>
        <a:effectLst>
          <a:outerShdw blurRad="50800" dist="25400" algn="bl" rotWithShape="0">
            <a:srgbClr val="000000">
              <a:alpha val="60000"/>
            </a:srgbClr>
          </a:outerShdw>
        </a:effectLst>
        <a:sp3d extrusionH="152250" prstMaterial="matte">
          <a:bevelT w="165100" prst="coolSlant"/>
        </a:sp3d>
      </dsp:spPr>
      <dsp:style>
        <a:lnRef idx="0">
          <a:scrgbClr r="0" g="0" b="0"/>
        </a:lnRef>
        <a:fillRef idx="1">
          <a:scrgbClr r="0" g="0" b="0"/>
        </a:fillRef>
        <a:effectRef idx="2">
          <a:scrgbClr r="0" g="0" b="0"/>
        </a:effectRef>
        <a:fontRef idx="minor">
          <a:schemeClr val="lt1"/>
        </a:fontRef>
      </dsp:style>
      <dsp:txBody>
        <a:bodyPr spcFirstLastPara="0" vert="horz" wrap="square" lIns="91440" tIns="91440" rIns="91440" bIns="91440" numCol="1" spcCol="1270" anchor="ctr" anchorCtr="0">
          <a:noAutofit/>
          <a:sp3d extrusionH="28000" prstMaterial="matte"/>
        </a:bodyPr>
        <a:lstStyle/>
        <a:p>
          <a:pPr marL="0" lvl="0" indent="0" algn="ctr" defTabSz="2133600">
            <a:lnSpc>
              <a:spcPct val="90000"/>
            </a:lnSpc>
            <a:spcBef>
              <a:spcPct val="0"/>
            </a:spcBef>
            <a:spcAft>
              <a:spcPct val="35000"/>
            </a:spcAft>
            <a:buNone/>
          </a:pPr>
          <a:r>
            <a:rPr lang="en-US" sz="4800" kern="1200" dirty="0"/>
            <a:t>C++</a:t>
          </a:r>
        </a:p>
      </dsp:txBody>
      <dsp:txXfrm>
        <a:off x="4873348" y="48441"/>
        <a:ext cx="1936604" cy="1530240"/>
      </dsp:txXfrm>
    </dsp:sp>
    <dsp:sp modelId="{210D9B78-20BF-4E63-982A-EE9F3B544E8F}">
      <dsp:nvSpPr>
        <dsp:cNvPr id="0" name=""/>
        <dsp:cNvSpPr/>
      </dsp:nvSpPr>
      <dsp:spPr>
        <a:xfrm rot="20710343">
          <a:off x="5740468" y="2499637"/>
          <a:ext cx="1624345" cy="609546"/>
        </a:xfrm>
        <a:prstGeom prst="leftArrow">
          <a:avLst>
            <a:gd name="adj1" fmla="val 60000"/>
            <a:gd name="adj2" fmla="val 50000"/>
          </a:avLst>
        </a:prstGeom>
        <a:solidFill>
          <a:schemeClr val="accent2">
            <a:tint val="60000"/>
            <a:hueOff val="0"/>
            <a:satOff val="0"/>
            <a:lumOff val="0"/>
            <a:alphaOff val="0"/>
          </a:schemeClr>
        </a:solidFill>
        <a:ln>
          <a:noFill/>
        </a:ln>
        <a:effectLst/>
        <a:sp3d z="-227350" prstMaterial="matte"/>
      </dsp:spPr>
      <dsp:style>
        <a:lnRef idx="0">
          <a:scrgbClr r="0" g="0" b="0"/>
        </a:lnRef>
        <a:fillRef idx="1">
          <a:scrgbClr r="0" g="0" b="0"/>
        </a:fillRef>
        <a:effectRef idx="0">
          <a:scrgbClr r="0" g="0" b="0"/>
        </a:effectRef>
        <a:fontRef idx="minor">
          <a:schemeClr val="lt1"/>
        </a:fontRef>
      </dsp:style>
    </dsp:sp>
    <dsp:sp modelId="{7C60FBD7-94EA-4494-AF61-AD4F06FEC4FF}">
      <dsp:nvSpPr>
        <dsp:cNvPr id="0" name=""/>
        <dsp:cNvSpPr/>
      </dsp:nvSpPr>
      <dsp:spPr>
        <a:xfrm>
          <a:off x="6321858" y="1783837"/>
          <a:ext cx="2031820" cy="1625456"/>
        </a:xfrm>
        <a:prstGeom prst="roundRect">
          <a:avLst>
            <a:gd name="adj" fmla="val 10000"/>
          </a:avLst>
        </a:prstGeom>
        <a:solidFill>
          <a:schemeClr val="accent2">
            <a:hueOff val="0"/>
            <a:satOff val="0"/>
            <a:lumOff val="0"/>
            <a:alphaOff val="0"/>
          </a:schemeClr>
        </a:solidFill>
        <a:ln>
          <a:noFill/>
        </a:ln>
        <a:effectLst>
          <a:outerShdw blurRad="50800" dist="25400" algn="bl" rotWithShape="0">
            <a:srgbClr val="000000">
              <a:alpha val="60000"/>
            </a:srgbClr>
          </a:outerShdw>
        </a:effectLst>
        <a:sp3d extrusionH="152250" prstMaterial="matte">
          <a:bevelT w="165100" prst="coolSlant"/>
        </a:sp3d>
      </dsp:spPr>
      <dsp:style>
        <a:lnRef idx="0">
          <a:scrgbClr r="0" g="0" b="0"/>
        </a:lnRef>
        <a:fillRef idx="1">
          <a:scrgbClr r="0" g="0" b="0"/>
        </a:fillRef>
        <a:effectRef idx="2">
          <a:scrgbClr r="0" g="0" b="0"/>
        </a:effectRef>
        <a:fontRef idx="minor">
          <a:schemeClr val="lt1"/>
        </a:fontRef>
      </dsp:style>
      <dsp:txBody>
        <a:bodyPr spcFirstLastPara="0" vert="horz" wrap="square" lIns="91440" tIns="91440" rIns="91440" bIns="91440" numCol="1" spcCol="1270" anchor="ctr" anchorCtr="0">
          <a:noAutofit/>
          <a:sp3d extrusionH="28000" prstMaterial="matte"/>
        </a:bodyPr>
        <a:lstStyle/>
        <a:p>
          <a:pPr marL="0" lvl="0" indent="0" algn="ctr" defTabSz="2133600">
            <a:lnSpc>
              <a:spcPct val="90000"/>
            </a:lnSpc>
            <a:spcBef>
              <a:spcPct val="0"/>
            </a:spcBef>
            <a:spcAft>
              <a:spcPct val="35000"/>
            </a:spcAft>
            <a:buNone/>
          </a:pPr>
          <a:r>
            <a:rPr lang="en-US" sz="4800" kern="1200" dirty="0"/>
            <a:t>F#</a:t>
          </a:r>
        </a:p>
      </dsp:txBody>
      <dsp:txXfrm>
        <a:off x="6369466" y="1831445"/>
        <a:ext cx="1936604" cy="153024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B13EABD-FBAF-4CC0-BFA1-D06F8AECFA75}">
      <dsp:nvSpPr>
        <dsp:cNvPr id="0" name=""/>
        <dsp:cNvSpPr/>
      </dsp:nvSpPr>
      <dsp:spPr>
        <a:xfrm>
          <a:off x="2030646" y="1068491"/>
          <a:ext cx="1681586" cy="1681586"/>
        </a:xfrm>
        <a:prstGeom prst="ellipse">
          <a:avLst/>
        </a:prstGeom>
        <a:solidFill>
          <a:schemeClr val="accent2">
            <a:hueOff val="0"/>
            <a:satOff val="0"/>
            <a:lumOff val="0"/>
            <a:alphaOff val="0"/>
          </a:schemeClr>
        </a:solidFill>
        <a:ln>
          <a:noFill/>
        </a:ln>
        <a:effectLst/>
        <a:scene3d>
          <a:camera prst="orthographicFront">
            <a:rot lat="0" lon="0" rev="0"/>
          </a:camera>
          <a:lightRig rig="brightRoom" dir="tl">
            <a:rot lat="0" lon="0" rev="1800000"/>
          </a:lightRig>
        </a:scene3d>
        <a:sp3d contourW="10160" prstMaterial="dkEdge">
          <a:bevelT w="38100" h="50800" prst="angle"/>
          <a:contourClr>
            <a:schemeClr val="accent2">
              <a:hueOff val="0"/>
              <a:satOff val="0"/>
              <a:lumOff val="0"/>
              <a:alphaOff val="0"/>
              <a:shade val="40000"/>
              <a:satMod val="150000"/>
            </a:schemeClr>
          </a:contourClr>
        </a:sp3d>
      </dsp:spPr>
      <dsp:style>
        <a:lnRef idx="0">
          <a:scrgbClr r="0" g="0" b="0"/>
        </a:lnRef>
        <a:fillRef idx="3">
          <a:scrgbClr r="0" g="0" b="0"/>
        </a:fillRef>
        <a:effectRef idx="3">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1244600">
            <a:lnSpc>
              <a:spcPct val="90000"/>
            </a:lnSpc>
            <a:spcBef>
              <a:spcPct val="0"/>
            </a:spcBef>
            <a:spcAft>
              <a:spcPct val="35000"/>
            </a:spcAft>
            <a:buNone/>
          </a:pPr>
          <a:r>
            <a:rPr lang="en-US" sz="2800" kern="1200" dirty="0"/>
            <a:t>IL </a:t>
          </a:r>
          <a:r>
            <a:rPr lang="en-US" sz="2800" kern="1200" dirty="0" err="1"/>
            <a:t>Int</a:t>
          </a:r>
          <a:r>
            <a:rPr lang="en-US" sz="2800" kern="1200" dirty="0"/>
            <a:t> 32</a:t>
          </a:r>
        </a:p>
      </dsp:txBody>
      <dsp:txXfrm>
        <a:off x="2276909" y="1314754"/>
        <a:ext cx="1189060" cy="1189060"/>
      </dsp:txXfrm>
    </dsp:sp>
    <dsp:sp modelId="{3EEBA632-D3BC-453E-B674-E8A6272ACD68}">
      <dsp:nvSpPr>
        <dsp:cNvPr id="0" name=""/>
        <dsp:cNvSpPr/>
      </dsp:nvSpPr>
      <dsp:spPr>
        <a:xfrm rot="12665608">
          <a:off x="691517" y="805115"/>
          <a:ext cx="1492766" cy="479252"/>
        </a:xfrm>
        <a:prstGeom prst="leftArrow">
          <a:avLst>
            <a:gd name="adj1" fmla="val 60000"/>
            <a:gd name="adj2" fmla="val 50000"/>
          </a:avLst>
        </a:prstGeom>
        <a:solidFill>
          <a:schemeClr val="accent2">
            <a:tint val="60000"/>
            <a:hueOff val="0"/>
            <a:satOff val="0"/>
            <a:lumOff val="0"/>
            <a:alphaOff val="0"/>
          </a:schemeClr>
        </a:solidFill>
        <a:ln>
          <a:noFill/>
        </a:ln>
        <a:effectLst/>
        <a:scene3d>
          <a:camera prst="orthographicFront">
            <a:rot lat="0" lon="0" rev="0"/>
          </a:camera>
          <a:lightRig rig="brightRoom" dir="tl">
            <a:rot lat="0" lon="0" rev="1800000"/>
          </a:lightRig>
        </a:scene3d>
        <a:sp3d contourW="10160" prstMaterial="dkEdge">
          <a:bevelT w="38100" h="50800" prst="angle"/>
          <a:contourClr>
            <a:schemeClr val="accent2">
              <a:tint val="60000"/>
              <a:hueOff val="0"/>
              <a:satOff val="0"/>
              <a:lumOff val="0"/>
              <a:alphaOff val="0"/>
              <a:shade val="40000"/>
              <a:satMod val="150000"/>
            </a:schemeClr>
          </a:contourClr>
        </a:sp3d>
      </dsp:spPr>
      <dsp:style>
        <a:lnRef idx="0">
          <a:scrgbClr r="0" g="0" b="0"/>
        </a:lnRef>
        <a:fillRef idx="3">
          <a:scrgbClr r="0" g="0" b="0"/>
        </a:fillRef>
        <a:effectRef idx="3">
          <a:scrgbClr r="0" g="0" b="0"/>
        </a:effectRef>
        <a:fontRef idx="minor">
          <a:schemeClr val="lt1"/>
        </a:fontRef>
      </dsp:style>
    </dsp:sp>
    <dsp:sp modelId="{F8E0BCDD-9E34-4BB2-83A7-134C71986DF0}">
      <dsp:nvSpPr>
        <dsp:cNvPr id="0" name=""/>
        <dsp:cNvSpPr/>
      </dsp:nvSpPr>
      <dsp:spPr>
        <a:xfrm>
          <a:off x="0" y="20280"/>
          <a:ext cx="1597507" cy="1278005"/>
        </a:xfrm>
        <a:prstGeom prst="roundRect">
          <a:avLst>
            <a:gd name="adj" fmla="val 10000"/>
          </a:avLst>
        </a:prstGeom>
        <a:solidFill>
          <a:schemeClr val="accent2">
            <a:hueOff val="0"/>
            <a:satOff val="0"/>
            <a:lumOff val="0"/>
            <a:alphaOff val="0"/>
          </a:schemeClr>
        </a:solidFill>
        <a:ln>
          <a:noFill/>
        </a:ln>
        <a:effectLst/>
        <a:scene3d>
          <a:camera prst="orthographicFront">
            <a:rot lat="0" lon="0" rev="0"/>
          </a:camera>
          <a:lightRig rig="brightRoom" dir="tl">
            <a:rot lat="0" lon="0" rev="1800000"/>
          </a:lightRig>
        </a:scene3d>
        <a:sp3d contourW="10160" prstMaterial="dkEdge">
          <a:bevelT w="38100" h="50800" prst="angle"/>
          <a:contourClr>
            <a:schemeClr val="accent2">
              <a:hueOff val="0"/>
              <a:satOff val="0"/>
              <a:lumOff val="0"/>
              <a:alphaOff val="0"/>
              <a:shade val="40000"/>
              <a:satMod val="150000"/>
            </a:schemeClr>
          </a:contourClr>
        </a:sp3d>
      </dsp:spPr>
      <dsp:style>
        <a:lnRef idx="0">
          <a:scrgbClr r="0" g="0" b="0"/>
        </a:lnRef>
        <a:fillRef idx="3">
          <a:scrgbClr r="0" g="0" b="0"/>
        </a:fillRef>
        <a:effectRef idx="3">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1066800">
            <a:lnSpc>
              <a:spcPct val="90000"/>
            </a:lnSpc>
            <a:spcBef>
              <a:spcPct val="0"/>
            </a:spcBef>
            <a:spcAft>
              <a:spcPct val="35000"/>
            </a:spcAft>
            <a:buNone/>
          </a:pPr>
          <a:r>
            <a:rPr lang="en-US" sz="2400" kern="1200" dirty="0"/>
            <a:t>C++ Integer</a:t>
          </a:r>
        </a:p>
      </dsp:txBody>
      <dsp:txXfrm>
        <a:off x="37431" y="57711"/>
        <a:ext cx="1522645" cy="1203143"/>
      </dsp:txXfrm>
    </dsp:sp>
    <dsp:sp modelId="{E322FB0D-C1B5-4879-8374-D0BC965F7FF5}">
      <dsp:nvSpPr>
        <dsp:cNvPr id="0" name=""/>
        <dsp:cNvSpPr/>
      </dsp:nvSpPr>
      <dsp:spPr>
        <a:xfrm rot="19500000">
          <a:off x="3504683" y="771769"/>
          <a:ext cx="1298150" cy="479252"/>
        </a:xfrm>
        <a:prstGeom prst="leftArrow">
          <a:avLst>
            <a:gd name="adj1" fmla="val 60000"/>
            <a:gd name="adj2" fmla="val 50000"/>
          </a:avLst>
        </a:prstGeom>
        <a:solidFill>
          <a:schemeClr val="accent2">
            <a:tint val="60000"/>
            <a:hueOff val="0"/>
            <a:satOff val="0"/>
            <a:lumOff val="0"/>
            <a:alphaOff val="0"/>
          </a:schemeClr>
        </a:solidFill>
        <a:ln>
          <a:noFill/>
        </a:ln>
        <a:effectLst/>
        <a:scene3d>
          <a:camera prst="orthographicFront">
            <a:rot lat="0" lon="0" rev="0"/>
          </a:camera>
          <a:lightRig rig="brightRoom" dir="tl">
            <a:rot lat="0" lon="0" rev="1800000"/>
          </a:lightRig>
        </a:scene3d>
        <a:sp3d contourW="10160" prstMaterial="dkEdge">
          <a:bevelT w="38100" h="50800" prst="angle"/>
          <a:contourClr>
            <a:schemeClr val="accent2">
              <a:tint val="60000"/>
              <a:hueOff val="0"/>
              <a:satOff val="0"/>
              <a:lumOff val="0"/>
              <a:alphaOff val="0"/>
              <a:shade val="40000"/>
              <a:satMod val="150000"/>
            </a:schemeClr>
          </a:contourClr>
        </a:sp3d>
      </dsp:spPr>
      <dsp:style>
        <a:lnRef idx="0">
          <a:scrgbClr r="0" g="0" b="0"/>
        </a:lnRef>
        <a:fillRef idx="3">
          <a:scrgbClr r="0" g="0" b="0"/>
        </a:fillRef>
        <a:effectRef idx="3">
          <a:scrgbClr r="0" g="0" b="0"/>
        </a:effectRef>
        <a:fontRef idx="minor">
          <a:schemeClr val="lt1"/>
        </a:fontRef>
      </dsp:style>
    </dsp:sp>
    <dsp:sp modelId="{A933D638-CD89-4A54-8B2D-BE9B23C2AD6F}">
      <dsp:nvSpPr>
        <dsp:cNvPr id="0" name=""/>
        <dsp:cNvSpPr/>
      </dsp:nvSpPr>
      <dsp:spPr>
        <a:xfrm>
          <a:off x="3886696" y="97"/>
          <a:ext cx="1597507" cy="1278005"/>
        </a:xfrm>
        <a:prstGeom prst="roundRect">
          <a:avLst>
            <a:gd name="adj" fmla="val 10000"/>
          </a:avLst>
        </a:prstGeom>
        <a:solidFill>
          <a:schemeClr val="accent2">
            <a:hueOff val="0"/>
            <a:satOff val="0"/>
            <a:lumOff val="0"/>
            <a:alphaOff val="0"/>
          </a:schemeClr>
        </a:solidFill>
        <a:ln>
          <a:noFill/>
        </a:ln>
        <a:effectLst/>
        <a:scene3d>
          <a:camera prst="orthographicFront">
            <a:rot lat="0" lon="0" rev="0"/>
          </a:camera>
          <a:lightRig rig="brightRoom" dir="tl">
            <a:rot lat="0" lon="0" rev="1800000"/>
          </a:lightRig>
        </a:scene3d>
        <a:sp3d contourW="10160" prstMaterial="dkEdge">
          <a:bevelT w="38100" h="50800" prst="angle"/>
          <a:contourClr>
            <a:schemeClr val="accent2">
              <a:hueOff val="0"/>
              <a:satOff val="0"/>
              <a:lumOff val="0"/>
              <a:alphaOff val="0"/>
              <a:shade val="40000"/>
              <a:satMod val="150000"/>
            </a:schemeClr>
          </a:contourClr>
        </a:sp3d>
      </dsp:spPr>
      <dsp:style>
        <a:lnRef idx="0">
          <a:scrgbClr r="0" g="0" b="0"/>
        </a:lnRef>
        <a:fillRef idx="3">
          <a:scrgbClr r="0" g="0" b="0"/>
        </a:fillRef>
        <a:effectRef idx="3">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1066800">
            <a:lnSpc>
              <a:spcPct val="90000"/>
            </a:lnSpc>
            <a:spcBef>
              <a:spcPct val="0"/>
            </a:spcBef>
            <a:spcAft>
              <a:spcPct val="35000"/>
            </a:spcAft>
            <a:buNone/>
          </a:pPr>
          <a:r>
            <a:rPr lang="en-US" sz="2400" kern="1200" dirty="0"/>
            <a:t>C# </a:t>
          </a:r>
          <a:r>
            <a:rPr lang="en-US" sz="2400" kern="1200" dirty="0" err="1"/>
            <a:t>int</a:t>
          </a:r>
          <a:endParaRPr lang="en-US" sz="2400" kern="1200" dirty="0"/>
        </a:p>
      </dsp:txBody>
      <dsp:txXfrm>
        <a:off x="3924127" y="37528"/>
        <a:ext cx="1522645" cy="1203143"/>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4F8A654-D279-44E9-A262-B8F313C4F7F3}">
      <dsp:nvSpPr>
        <dsp:cNvPr id="0" name=""/>
        <dsp:cNvSpPr/>
      </dsp:nvSpPr>
      <dsp:spPr>
        <a:xfrm>
          <a:off x="84469" y="2284037"/>
          <a:ext cx="1586391" cy="793195"/>
        </a:xfrm>
        <a:prstGeom prst="roundRect">
          <a:avLst>
            <a:gd name="adj" fmla="val 10000"/>
          </a:avLst>
        </a:prstGeom>
        <a:solidFill>
          <a:schemeClr val="accent2">
            <a:hueOff val="0"/>
            <a:satOff val="0"/>
            <a:lumOff val="0"/>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13335" tIns="13335" rIns="13335" bIns="13335" numCol="1" spcCol="1270" anchor="ctr" anchorCtr="0">
          <a:noAutofit/>
        </a:bodyPr>
        <a:lstStyle/>
        <a:p>
          <a:pPr marL="0" lvl="0" indent="0" algn="ctr" defTabSz="933450">
            <a:lnSpc>
              <a:spcPct val="90000"/>
            </a:lnSpc>
            <a:spcBef>
              <a:spcPct val="0"/>
            </a:spcBef>
            <a:spcAft>
              <a:spcPct val="35000"/>
            </a:spcAft>
            <a:buNone/>
          </a:pPr>
          <a:r>
            <a:rPr lang="en-US" sz="2100" kern="1200" dirty="0"/>
            <a:t>Type</a:t>
          </a:r>
        </a:p>
      </dsp:txBody>
      <dsp:txXfrm>
        <a:off x="107701" y="2307269"/>
        <a:ext cx="1539927" cy="746731"/>
      </dsp:txXfrm>
    </dsp:sp>
    <dsp:sp modelId="{048CED0B-97E8-4221-8B7D-47E2DE503125}">
      <dsp:nvSpPr>
        <dsp:cNvPr id="0" name=""/>
        <dsp:cNvSpPr/>
      </dsp:nvSpPr>
      <dsp:spPr>
        <a:xfrm rot="17692822">
          <a:off x="1234016" y="1983188"/>
          <a:ext cx="1508245" cy="26630"/>
        </a:xfrm>
        <a:custGeom>
          <a:avLst/>
          <a:gdLst/>
          <a:ahLst/>
          <a:cxnLst/>
          <a:rect l="0" t="0" r="0" b="0"/>
          <a:pathLst>
            <a:path>
              <a:moveTo>
                <a:pt x="0" y="13315"/>
              </a:moveTo>
              <a:lnTo>
                <a:pt x="1508245" y="13315"/>
              </a:lnTo>
            </a:path>
          </a:pathLst>
        </a:custGeom>
        <a:noFill/>
        <a:ln w="25400" cap="flat" cmpd="sng" algn="ctr">
          <a:solidFill>
            <a:schemeClr val="accent2">
              <a:shade val="60000"/>
              <a:hueOff val="0"/>
              <a:satOff val="0"/>
              <a:lumOff val="0"/>
              <a:alphaOff val="0"/>
            </a:schemeClr>
          </a:solidFill>
          <a:prstDash val="solid"/>
        </a:ln>
        <a:effectLst/>
        <a:sp3d z="-40000" prstMaterial="matte"/>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950433" y="1958797"/>
        <a:ext cx="75412" cy="75412"/>
      </dsp:txXfrm>
    </dsp:sp>
    <dsp:sp modelId="{8B98F5CF-7896-45AF-BA21-948021D25A44}">
      <dsp:nvSpPr>
        <dsp:cNvPr id="0" name=""/>
        <dsp:cNvSpPr/>
      </dsp:nvSpPr>
      <dsp:spPr>
        <a:xfrm>
          <a:off x="2305417" y="915774"/>
          <a:ext cx="1586391" cy="793195"/>
        </a:xfrm>
        <a:prstGeom prst="roundRect">
          <a:avLst>
            <a:gd name="adj" fmla="val 10000"/>
          </a:avLst>
        </a:prstGeom>
        <a:solidFill>
          <a:schemeClr val="accent2">
            <a:hueOff val="0"/>
            <a:satOff val="0"/>
            <a:lumOff val="0"/>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13335" tIns="13335" rIns="13335" bIns="13335" numCol="1" spcCol="1270" anchor="ctr" anchorCtr="0">
          <a:noAutofit/>
        </a:bodyPr>
        <a:lstStyle/>
        <a:p>
          <a:pPr marL="0" lvl="0" indent="0" algn="ctr" defTabSz="933450">
            <a:lnSpc>
              <a:spcPct val="90000"/>
            </a:lnSpc>
            <a:spcBef>
              <a:spcPct val="0"/>
            </a:spcBef>
            <a:spcAft>
              <a:spcPct val="35000"/>
            </a:spcAft>
            <a:buNone/>
          </a:pPr>
          <a:r>
            <a:rPr lang="en-US" sz="2100" kern="1200" dirty="0"/>
            <a:t>Value Type</a:t>
          </a:r>
        </a:p>
      </dsp:txBody>
      <dsp:txXfrm>
        <a:off x="2328649" y="939006"/>
        <a:ext cx="1539927" cy="746731"/>
      </dsp:txXfrm>
    </dsp:sp>
    <dsp:sp modelId="{34F58314-8807-4249-8E2B-6C1FE09A0D9D}">
      <dsp:nvSpPr>
        <dsp:cNvPr id="0" name=""/>
        <dsp:cNvSpPr/>
      </dsp:nvSpPr>
      <dsp:spPr>
        <a:xfrm rot="18289469">
          <a:off x="3653496" y="842969"/>
          <a:ext cx="1111182" cy="26630"/>
        </a:xfrm>
        <a:custGeom>
          <a:avLst/>
          <a:gdLst/>
          <a:ahLst/>
          <a:cxnLst/>
          <a:rect l="0" t="0" r="0" b="0"/>
          <a:pathLst>
            <a:path>
              <a:moveTo>
                <a:pt x="0" y="13315"/>
              </a:moveTo>
              <a:lnTo>
                <a:pt x="1111182" y="13315"/>
              </a:lnTo>
            </a:path>
          </a:pathLst>
        </a:custGeom>
        <a:noFill/>
        <a:ln w="25400" cap="flat" cmpd="sng" algn="ctr">
          <a:solidFill>
            <a:schemeClr val="accent2">
              <a:shade val="80000"/>
              <a:hueOff val="0"/>
              <a:satOff val="0"/>
              <a:lumOff val="0"/>
              <a:alphaOff val="0"/>
            </a:schemeClr>
          </a:solidFill>
          <a:prstDash val="solid"/>
        </a:ln>
        <a:effectLst/>
        <a:scene3d>
          <a:camera prst="orthographicFront"/>
          <a:lightRig rig="chilly" dir="t"/>
        </a:scene3d>
        <a:sp3d z="-40000" prstMaterial="matte"/>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181308" y="828505"/>
        <a:ext cx="55559" cy="55559"/>
      </dsp:txXfrm>
    </dsp:sp>
    <dsp:sp modelId="{B995BC80-1C6A-44AC-883D-3F2113EBAFFA}">
      <dsp:nvSpPr>
        <dsp:cNvPr id="0" name=""/>
        <dsp:cNvSpPr/>
      </dsp:nvSpPr>
      <dsp:spPr>
        <a:xfrm>
          <a:off x="4526366" y="3599"/>
          <a:ext cx="1586391" cy="793195"/>
        </a:xfrm>
        <a:prstGeom prst="roundRect">
          <a:avLst>
            <a:gd name="adj" fmla="val 10000"/>
          </a:avLst>
        </a:prstGeom>
        <a:solidFill>
          <a:schemeClr val="accent2">
            <a:hueOff val="0"/>
            <a:satOff val="0"/>
            <a:lumOff val="0"/>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13335" tIns="13335" rIns="13335" bIns="13335" numCol="1" spcCol="1270" anchor="ctr" anchorCtr="0">
          <a:noAutofit/>
        </a:bodyPr>
        <a:lstStyle/>
        <a:p>
          <a:pPr marL="0" lvl="0" indent="0" algn="ctr" defTabSz="933450">
            <a:lnSpc>
              <a:spcPct val="90000"/>
            </a:lnSpc>
            <a:spcBef>
              <a:spcPct val="0"/>
            </a:spcBef>
            <a:spcAft>
              <a:spcPct val="35000"/>
            </a:spcAft>
            <a:buNone/>
          </a:pPr>
          <a:r>
            <a:rPr lang="en-US" sz="2100" kern="1200" dirty="0"/>
            <a:t>Built-In</a:t>
          </a:r>
        </a:p>
      </dsp:txBody>
      <dsp:txXfrm>
        <a:off x="4549598" y="26831"/>
        <a:ext cx="1539927" cy="746731"/>
      </dsp:txXfrm>
    </dsp:sp>
    <dsp:sp modelId="{3439B37A-3B81-46F8-89AC-42BE3D7BBBF9}">
      <dsp:nvSpPr>
        <dsp:cNvPr id="0" name=""/>
        <dsp:cNvSpPr/>
      </dsp:nvSpPr>
      <dsp:spPr>
        <a:xfrm>
          <a:off x="3891809" y="1299057"/>
          <a:ext cx="634556" cy="26630"/>
        </a:xfrm>
        <a:custGeom>
          <a:avLst/>
          <a:gdLst/>
          <a:ahLst/>
          <a:cxnLst/>
          <a:rect l="0" t="0" r="0" b="0"/>
          <a:pathLst>
            <a:path>
              <a:moveTo>
                <a:pt x="0" y="13315"/>
              </a:moveTo>
              <a:lnTo>
                <a:pt x="634556" y="13315"/>
              </a:lnTo>
            </a:path>
          </a:pathLst>
        </a:custGeom>
        <a:noFill/>
        <a:ln w="25400" cap="flat" cmpd="sng" algn="ctr">
          <a:solidFill>
            <a:schemeClr val="accent2">
              <a:shade val="80000"/>
              <a:hueOff val="0"/>
              <a:satOff val="0"/>
              <a:lumOff val="0"/>
              <a:alphaOff val="0"/>
            </a:schemeClr>
          </a:solidFill>
          <a:prstDash val="solid"/>
        </a:ln>
        <a:effectLst/>
        <a:scene3d>
          <a:camera prst="orthographicFront"/>
          <a:lightRig rig="chilly" dir="t"/>
        </a:scene3d>
        <a:sp3d z="-40000" prstMaterial="matte"/>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193223" y="1296508"/>
        <a:ext cx="31727" cy="31727"/>
      </dsp:txXfrm>
    </dsp:sp>
    <dsp:sp modelId="{D4C3F6EF-7EC3-433E-A819-19B09F0FA59A}">
      <dsp:nvSpPr>
        <dsp:cNvPr id="0" name=""/>
        <dsp:cNvSpPr/>
      </dsp:nvSpPr>
      <dsp:spPr>
        <a:xfrm>
          <a:off x="4526366" y="915774"/>
          <a:ext cx="1586391" cy="793195"/>
        </a:xfrm>
        <a:prstGeom prst="roundRect">
          <a:avLst>
            <a:gd name="adj" fmla="val 10000"/>
          </a:avLst>
        </a:prstGeom>
        <a:solidFill>
          <a:schemeClr val="accent2">
            <a:hueOff val="0"/>
            <a:satOff val="0"/>
            <a:lumOff val="0"/>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13335" tIns="13335" rIns="13335" bIns="13335" numCol="1" spcCol="1270" anchor="ctr" anchorCtr="0">
          <a:noAutofit/>
        </a:bodyPr>
        <a:lstStyle/>
        <a:p>
          <a:pPr marL="0" lvl="0" indent="0" algn="ctr" defTabSz="933450">
            <a:lnSpc>
              <a:spcPct val="90000"/>
            </a:lnSpc>
            <a:spcBef>
              <a:spcPct val="0"/>
            </a:spcBef>
            <a:spcAft>
              <a:spcPct val="35000"/>
            </a:spcAft>
            <a:buNone/>
          </a:pPr>
          <a:r>
            <a:rPr lang="en-US" sz="2100" kern="1200" dirty="0"/>
            <a:t>Enumerations</a:t>
          </a:r>
        </a:p>
      </dsp:txBody>
      <dsp:txXfrm>
        <a:off x="4549598" y="939006"/>
        <a:ext cx="1539927" cy="746731"/>
      </dsp:txXfrm>
    </dsp:sp>
    <dsp:sp modelId="{12AF3A9B-214A-40B0-B295-0242A3F7B378}">
      <dsp:nvSpPr>
        <dsp:cNvPr id="0" name=""/>
        <dsp:cNvSpPr/>
      </dsp:nvSpPr>
      <dsp:spPr>
        <a:xfrm rot="3310531">
          <a:off x="3653496" y="1755144"/>
          <a:ext cx="1111182" cy="26630"/>
        </a:xfrm>
        <a:custGeom>
          <a:avLst/>
          <a:gdLst/>
          <a:ahLst/>
          <a:cxnLst/>
          <a:rect l="0" t="0" r="0" b="0"/>
          <a:pathLst>
            <a:path>
              <a:moveTo>
                <a:pt x="0" y="13315"/>
              </a:moveTo>
              <a:lnTo>
                <a:pt x="1111182" y="13315"/>
              </a:lnTo>
            </a:path>
          </a:pathLst>
        </a:custGeom>
        <a:noFill/>
        <a:ln w="25400" cap="flat" cmpd="sng" algn="ctr">
          <a:solidFill>
            <a:schemeClr val="accent2">
              <a:shade val="80000"/>
              <a:hueOff val="0"/>
              <a:satOff val="0"/>
              <a:lumOff val="0"/>
              <a:alphaOff val="0"/>
            </a:schemeClr>
          </a:solidFill>
          <a:prstDash val="solid"/>
        </a:ln>
        <a:effectLst/>
        <a:scene3d>
          <a:camera prst="orthographicFront"/>
          <a:lightRig rig="chilly" dir="t"/>
        </a:scene3d>
        <a:sp3d z="-40000" prstMaterial="matte"/>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181308" y="1740680"/>
        <a:ext cx="55559" cy="55559"/>
      </dsp:txXfrm>
    </dsp:sp>
    <dsp:sp modelId="{22B12437-3297-4FBA-BC91-DB5F0D943DA6}">
      <dsp:nvSpPr>
        <dsp:cNvPr id="0" name=""/>
        <dsp:cNvSpPr/>
      </dsp:nvSpPr>
      <dsp:spPr>
        <a:xfrm>
          <a:off x="4526366" y="1827949"/>
          <a:ext cx="1586391" cy="793195"/>
        </a:xfrm>
        <a:prstGeom prst="roundRect">
          <a:avLst>
            <a:gd name="adj" fmla="val 10000"/>
          </a:avLst>
        </a:prstGeom>
        <a:solidFill>
          <a:schemeClr val="accent2">
            <a:hueOff val="0"/>
            <a:satOff val="0"/>
            <a:lumOff val="0"/>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13335" tIns="13335" rIns="13335" bIns="13335" numCol="1" spcCol="1270" anchor="ctr" anchorCtr="0">
          <a:noAutofit/>
        </a:bodyPr>
        <a:lstStyle/>
        <a:p>
          <a:pPr marL="0" lvl="0" indent="0" algn="ctr" defTabSz="933450">
            <a:lnSpc>
              <a:spcPct val="90000"/>
            </a:lnSpc>
            <a:spcBef>
              <a:spcPct val="0"/>
            </a:spcBef>
            <a:spcAft>
              <a:spcPct val="35000"/>
            </a:spcAft>
            <a:buNone/>
          </a:pPr>
          <a:r>
            <a:rPr lang="en-US" sz="2100" b="1" kern="1200" dirty="0"/>
            <a:t>User-Defined</a:t>
          </a:r>
        </a:p>
      </dsp:txBody>
      <dsp:txXfrm>
        <a:off x="4549598" y="1851181"/>
        <a:ext cx="1539927" cy="746731"/>
      </dsp:txXfrm>
    </dsp:sp>
    <dsp:sp modelId="{1C2FA0BA-D281-4998-8C97-693FAE62CDA4}">
      <dsp:nvSpPr>
        <dsp:cNvPr id="0" name=""/>
        <dsp:cNvSpPr/>
      </dsp:nvSpPr>
      <dsp:spPr>
        <a:xfrm rot="3907178">
          <a:off x="1234016" y="3351451"/>
          <a:ext cx="1508245" cy="26630"/>
        </a:xfrm>
        <a:custGeom>
          <a:avLst/>
          <a:gdLst/>
          <a:ahLst/>
          <a:cxnLst/>
          <a:rect l="0" t="0" r="0" b="0"/>
          <a:pathLst>
            <a:path>
              <a:moveTo>
                <a:pt x="0" y="13315"/>
              </a:moveTo>
              <a:lnTo>
                <a:pt x="1508245" y="13315"/>
              </a:lnTo>
            </a:path>
          </a:pathLst>
        </a:custGeom>
        <a:noFill/>
        <a:ln w="25400" cap="flat" cmpd="sng" algn="ctr">
          <a:solidFill>
            <a:schemeClr val="accent2">
              <a:shade val="60000"/>
              <a:hueOff val="0"/>
              <a:satOff val="0"/>
              <a:lumOff val="0"/>
              <a:alphaOff val="0"/>
            </a:schemeClr>
          </a:solidFill>
          <a:prstDash val="solid"/>
        </a:ln>
        <a:effectLst/>
        <a:sp3d z="-40000" prstMaterial="matte"/>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950433" y="3327060"/>
        <a:ext cx="75412" cy="75412"/>
      </dsp:txXfrm>
    </dsp:sp>
    <dsp:sp modelId="{2A45ED08-505B-40F6-9A06-ABAFD49CC50B}">
      <dsp:nvSpPr>
        <dsp:cNvPr id="0" name=""/>
        <dsp:cNvSpPr/>
      </dsp:nvSpPr>
      <dsp:spPr>
        <a:xfrm>
          <a:off x="2305417" y="3652300"/>
          <a:ext cx="1586391" cy="793195"/>
        </a:xfrm>
        <a:prstGeom prst="roundRect">
          <a:avLst>
            <a:gd name="adj" fmla="val 10000"/>
          </a:avLst>
        </a:prstGeom>
        <a:solidFill>
          <a:schemeClr val="accent2">
            <a:hueOff val="0"/>
            <a:satOff val="0"/>
            <a:lumOff val="0"/>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13335" tIns="13335" rIns="13335" bIns="13335" numCol="1" spcCol="1270" anchor="ctr" anchorCtr="0">
          <a:noAutofit/>
        </a:bodyPr>
        <a:lstStyle/>
        <a:p>
          <a:pPr marL="0" lvl="0" indent="0" algn="ctr" defTabSz="933450">
            <a:lnSpc>
              <a:spcPct val="90000"/>
            </a:lnSpc>
            <a:spcBef>
              <a:spcPct val="0"/>
            </a:spcBef>
            <a:spcAft>
              <a:spcPct val="35000"/>
            </a:spcAft>
            <a:buNone/>
          </a:pPr>
          <a:r>
            <a:rPr lang="en-US" sz="2100" kern="1200" dirty="0"/>
            <a:t>Reference Type</a:t>
          </a:r>
        </a:p>
      </dsp:txBody>
      <dsp:txXfrm>
        <a:off x="2328649" y="3675532"/>
        <a:ext cx="1539927" cy="746731"/>
      </dsp:txXfrm>
    </dsp:sp>
    <dsp:sp modelId="{BAD01FCF-1737-4073-9B55-7EB9A9EF5391}">
      <dsp:nvSpPr>
        <dsp:cNvPr id="0" name=""/>
        <dsp:cNvSpPr/>
      </dsp:nvSpPr>
      <dsp:spPr>
        <a:xfrm rot="18289469">
          <a:off x="3653496" y="3579495"/>
          <a:ext cx="1111182" cy="26630"/>
        </a:xfrm>
        <a:custGeom>
          <a:avLst/>
          <a:gdLst/>
          <a:ahLst/>
          <a:cxnLst/>
          <a:rect l="0" t="0" r="0" b="0"/>
          <a:pathLst>
            <a:path>
              <a:moveTo>
                <a:pt x="0" y="13315"/>
              </a:moveTo>
              <a:lnTo>
                <a:pt x="1111182" y="13315"/>
              </a:lnTo>
            </a:path>
          </a:pathLst>
        </a:custGeom>
        <a:noFill/>
        <a:ln w="25400" cap="flat" cmpd="sng" algn="ctr">
          <a:solidFill>
            <a:schemeClr val="accent2">
              <a:shade val="80000"/>
              <a:hueOff val="0"/>
              <a:satOff val="0"/>
              <a:lumOff val="0"/>
              <a:alphaOff val="0"/>
            </a:schemeClr>
          </a:solidFill>
          <a:prstDash val="solid"/>
        </a:ln>
        <a:effectLst/>
        <a:scene3d>
          <a:camera prst="orthographicFront"/>
          <a:lightRig rig="chilly" dir="t"/>
        </a:scene3d>
        <a:sp3d z="-40000" prstMaterial="matte"/>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181308" y="3565031"/>
        <a:ext cx="55559" cy="55559"/>
      </dsp:txXfrm>
    </dsp:sp>
    <dsp:sp modelId="{D8AC7C62-C9EA-4B29-B4F1-D7AD966C03B2}">
      <dsp:nvSpPr>
        <dsp:cNvPr id="0" name=""/>
        <dsp:cNvSpPr/>
      </dsp:nvSpPr>
      <dsp:spPr>
        <a:xfrm>
          <a:off x="4526366" y="2740125"/>
          <a:ext cx="1586391" cy="793195"/>
        </a:xfrm>
        <a:prstGeom prst="roundRect">
          <a:avLst>
            <a:gd name="adj" fmla="val 10000"/>
          </a:avLst>
        </a:prstGeom>
        <a:solidFill>
          <a:schemeClr val="accent2">
            <a:hueOff val="0"/>
            <a:satOff val="0"/>
            <a:lumOff val="0"/>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13335" tIns="13335" rIns="13335" bIns="13335" numCol="1" spcCol="1270" anchor="ctr" anchorCtr="0">
          <a:noAutofit/>
        </a:bodyPr>
        <a:lstStyle/>
        <a:p>
          <a:pPr marL="0" lvl="0" indent="0" algn="ctr" defTabSz="933450">
            <a:lnSpc>
              <a:spcPct val="90000"/>
            </a:lnSpc>
            <a:spcBef>
              <a:spcPct val="0"/>
            </a:spcBef>
            <a:spcAft>
              <a:spcPct val="35000"/>
            </a:spcAft>
            <a:buNone/>
          </a:pPr>
          <a:r>
            <a:rPr lang="en-US" sz="2100" kern="1200" dirty="0"/>
            <a:t>Pointer</a:t>
          </a:r>
        </a:p>
      </dsp:txBody>
      <dsp:txXfrm>
        <a:off x="4549598" y="2763357"/>
        <a:ext cx="1539927" cy="746731"/>
      </dsp:txXfrm>
    </dsp:sp>
    <dsp:sp modelId="{D76B7C7E-CC0C-4961-874A-4F1FA9CE43F4}">
      <dsp:nvSpPr>
        <dsp:cNvPr id="0" name=""/>
        <dsp:cNvSpPr/>
      </dsp:nvSpPr>
      <dsp:spPr>
        <a:xfrm>
          <a:off x="3891809" y="4035582"/>
          <a:ext cx="634556" cy="26630"/>
        </a:xfrm>
        <a:custGeom>
          <a:avLst/>
          <a:gdLst/>
          <a:ahLst/>
          <a:cxnLst/>
          <a:rect l="0" t="0" r="0" b="0"/>
          <a:pathLst>
            <a:path>
              <a:moveTo>
                <a:pt x="0" y="13315"/>
              </a:moveTo>
              <a:lnTo>
                <a:pt x="634556" y="13315"/>
              </a:lnTo>
            </a:path>
          </a:pathLst>
        </a:custGeom>
        <a:noFill/>
        <a:ln w="25400" cap="flat" cmpd="sng" algn="ctr">
          <a:solidFill>
            <a:schemeClr val="accent2">
              <a:shade val="80000"/>
              <a:hueOff val="0"/>
              <a:satOff val="0"/>
              <a:lumOff val="0"/>
              <a:alphaOff val="0"/>
            </a:schemeClr>
          </a:solidFill>
          <a:prstDash val="solid"/>
        </a:ln>
        <a:effectLst/>
        <a:scene3d>
          <a:camera prst="orthographicFront"/>
          <a:lightRig rig="chilly" dir="t"/>
        </a:scene3d>
        <a:sp3d z="-40000" prstMaterial="matte"/>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193223" y="4033034"/>
        <a:ext cx="31727" cy="31727"/>
      </dsp:txXfrm>
    </dsp:sp>
    <dsp:sp modelId="{3D3EE4AC-6D11-48FE-90F4-B0253E64FAC7}">
      <dsp:nvSpPr>
        <dsp:cNvPr id="0" name=""/>
        <dsp:cNvSpPr/>
      </dsp:nvSpPr>
      <dsp:spPr>
        <a:xfrm>
          <a:off x="4526366" y="3652300"/>
          <a:ext cx="1586391" cy="793195"/>
        </a:xfrm>
        <a:prstGeom prst="roundRect">
          <a:avLst>
            <a:gd name="adj" fmla="val 10000"/>
          </a:avLst>
        </a:prstGeom>
        <a:solidFill>
          <a:schemeClr val="accent2">
            <a:hueOff val="0"/>
            <a:satOff val="0"/>
            <a:lumOff val="0"/>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13335" tIns="13335" rIns="13335" bIns="13335" numCol="1" spcCol="1270" anchor="ctr" anchorCtr="0">
          <a:noAutofit/>
        </a:bodyPr>
        <a:lstStyle/>
        <a:p>
          <a:pPr marL="0" lvl="0" indent="0" algn="ctr" defTabSz="933450">
            <a:lnSpc>
              <a:spcPct val="90000"/>
            </a:lnSpc>
            <a:spcBef>
              <a:spcPct val="0"/>
            </a:spcBef>
            <a:spcAft>
              <a:spcPct val="35000"/>
            </a:spcAft>
            <a:buNone/>
          </a:pPr>
          <a:r>
            <a:rPr lang="en-US" sz="2100" kern="1200" dirty="0"/>
            <a:t>Self-describing</a:t>
          </a:r>
        </a:p>
      </dsp:txBody>
      <dsp:txXfrm>
        <a:off x="4549598" y="3675532"/>
        <a:ext cx="1539927" cy="746731"/>
      </dsp:txXfrm>
    </dsp:sp>
    <dsp:sp modelId="{BCC5A5A5-8794-459A-827D-2224F051A13D}">
      <dsp:nvSpPr>
        <dsp:cNvPr id="0" name=""/>
        <dsp:cNvSpPr/>
      </dsp:nvSpPr>
      <dsp:spPr>
        <a:xfrm rot="19457599">
          <a:off x="6039306" y="3807539"/>
          <a:ext cx="781458" cy="26630"/>
        </a:xfrm>
        <a:custGeom>
          <a:avLst/>
          <a:gdLst/>
          <a:ahLst/>
          <a:cxnLst/>
          <a:rect l="0" t="0" r="0" b="0"/>
          <a:pathLst>
            <a:path>
              <a:moveTo>
                <a:pt x="0" y="13315"/>
              </a:moveTo>
              <a:lnTo>
                <a:pt x="781458" y="13315"/>
              </a:lnTo>
            </a:path>
          </a:pathLst>
        </a:custGeom>
        <a:noFill/>
        <a:ln w="25400" cap="flat" cmpd="sng" algn="ctr">
          <a:solidFill>
            <a:schemeClr val="accent2">
              <a:shade val="80000"/>
              <a:hueOff val="0"/>
              <a:satOff val="0"/>
              <a:lumOff val="0"/>
              <a:alphaOff val="0"/>
            </a:schemeClr>
          </a:solidFill>
          <a:prstDash val="solid"/>
        </a:ln>
        <a:effectLst/>
        <a:scene3d>
          <a:camera prst="orthographicFront"/>
          <a:lightRig rig="chilly" dir="t"/>
        </a:scene3d>
        <a:sp3d z="-40000" prstMaterial="matte"/>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6410499" y="3801318"/>
        <a:ext cx="39072" cy="39072"/>
      </dsp:txXfrm>
    </dsp:sp>
    <dsp:sp modelId="{559CBB50-147B-4098-90DB-B23AE61B7DA5}">
      <dsp:nvSpPr>
        <dsp:cNvPr id="0" name=""/>
        <dsp:cNvSpPr/>
      </dsp:nvSpPr>
      <dsp:spPr>
        <a:xfrm>
          <a:off x="6747314" y="3196212"/>
          <a:ext cx="1586391" cy="793195"/>
        </a:xfrm>
        <a:prstGeom prst="roundRect">
          <a:avLst>
            <a:gd name="adj" fmla="val 10000"/>
          </a:avLst>
        </a:prstGeom>
        <a:solidFill>
          <a:schemeClr val="accent2">
            <a:hueOff val="0"/>
            <a:satOff val="0"/>
            <a:lumOff val="0"/>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13335" tIns="13335" rIns="13335" bIns="13335" numCol="1" spcCol="1270" anchor="ctr" anchorCtr="0">
          <a:noAutofit/>
        </a:bodyPr>
        <a:lstStyle/>
        <a:p>
          <a:pPr marL="0" lvl="0" indent="0" algn="ctr" defTabSz="933450">
            <a:lnSpc>
              <a:spcPct val="90000"/>
            </a:lnSpc>
            <a:spcBef>
              <a:spcPct val="0"/>
            </a:spcBef>
            <a:spcAft>
              <a:spcPct val="35000"/>
            </a:spcAft>
            <a:buNone/>
          </a:pPr>
          <a:r>
            <a:rPr lang="en-US" sz="2100" kern="1200" dirty="0"/>
            <a:t>Class Types</a:t>
          </a:r>
        </a:p>
      </dsp:txBody>
      <dsp:txXfrm>
        <a:off x="6770546" y="3219444"/>
        <a:ext cx="1539927" cy="746731"/>
      </dsp:txXfrm>
    </dsp:sp>
    <dsp:sp modelId="{5C3E981F-A660-41F2-86B8-10E80BA9F417}">
      <dsp:nvSpPr>
        <dsp:cNvPr id="0" name=""/>
        <dsp:cNvSpPr/>
      </dsp:nvSpPr>
      <dsp:spPr>
        <a:xfrm rot="18289469">
          <a:off x="8095393" y="3123407"/>
          <a:ext cx="1111182" cy="26630"/>
        </a:xfrm>
        <a:custGeom>
          <a:avLst/>
          <a:gdLst/>
          <a:ahLst/>
          <a:cxnLst/>
          <a:rect l="0" t="0" r="0" b="0"/>
          <a:pathLst>
            <a:path>
              <a:moveTo>
                <a:pt x="0" y="13315"/>
              </a:moveTo>
              <a:lnTo>
                <a:pt x="1111182" y="13315"/>
              </a:lnTo>
            </a:path>
          </a:pathLst>
        </a:custGeom>
        <a:noFill/>
        <a:ln w="25400" cap="flat" cmpd="sng" algn="ctr">
          <a:solidFill>
            <a:schemeClr val="accent2">
              <a:shade val="80000"/>
              <a:hueOff val="0"/>
              <a:satOff val="0"/>
              <a:lumOff val="0"/>
              <a:alphaOff val="0"/>
            </a:schemeClr>
          </a:solidFill>
          <a:prstDash val="solid"/>
        </a:ln>
        <a:effectLst/>
        <a:scene3d>
          <a:camera prst="orthographicFront"/>
          <a:lightRig rig="chilly" dir="t"/>
        </a:scene3d>
        <a:sp3d z="-40000" prstMaterial="matte"/>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8623205" y="3108943"/>
        <a:ext cx="55559" cy="55559"/>
      </dsp:txXfrm>
    </dsp:sp>
    <dsp:sp modelId="{626F6053-4DCD-41D4-AE58-FBDAA168D020}">
      <dsp:nvSpPr>
        <dsp:cNvPr id="0" name=""/>
        <dsp:cNvSpPr/>
      </dsp:nvSpPr>
      <dsp:spPr>
        <a:xfrm>
          <a:off x="8968262" y="2284037"/>
          <a:ext cx="1586391" cy="793195"/>
        </a:xfrm>
        <a:prstGeom prst="roundRect">
          <a:avLst>
            <a:gd name="adj" fmla="val 10000"/>
          </a:avLst>
        </a:prstGeom>
        <a:solidFill>
          <a:schemeClr val="accent2">
            <a:hueOff val="0"/>
            <a:satOff val="0"/>
            <a:lumOff val="0"/>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13335" tIns="13335" rIns="13335" bIns="13335" numCol="1" spcCol="1270" anchor="ctr" anchorCtr="0">
          <a:noAutofit/>
        </a:bodyPr>
        <a:lstStyle/>
        <a:p>
          <a:pPr marL="0" lvl="0" indent="0" algn="ctr" defTabSz="933450">
            <a:lnSpc>
              <a:spcPct val="90000"/>
            </a:lnSpc>
            <a:spcBef>
              <a:spcPct val="0"/>
            </a:spcBef>
            <a:spcAft>
              <a:spcPct val="35000"/>
            </a:spcAft>
            <a:buNone/>
          </a:pPr>
          <a:r>
            <a:rPr lang="en-US" sz="2100" kern="1200" dirty="0"/>
            <a:t>Delegates</a:t>
          </a:r>
        </a:p>
      </dsp:txBody>
      <dsp:txXfrm>
        <a:off x="8991494" y="2307269"/>
        <a:ext cx="1539927" cy="746731"/>
      </dsp:txXfrm>
    </dsp:sp>
    <dsp:sp modelId="{FE08E5BE-5704-4486-B318-CA231DF580FF}">
      <dsp:nvSpPr>
        <dsp:cNvPr id="0" name=""/>
        <dsp:cNvSpPr/>
      </dsp:nvSpPr>
      <dsp:spPr>
        <a:xfrm>
          <a:off x="8333706" y="3579495"/>
          <a:ext cx="634556" cy="26630"/>
        </a:xfrm>
        <a:custGeom>
          <a:avLst/>
          <a:gdLst/>
          <a:ahLst/>
          <a:cxnLst/>
          <a:rect l="0" t="0" r="0" b="0"/>
          <a:pathLst>
            <a:path>
              <a:moveTo>
                <a:pt x="0" y="13315"/>
              </a:moveTo>
              <a:lnTo>
                <a:pt x="634556" y="13315"/>
              </a:lnTo>
            </a:path>
          </a:pathLst>
        </a:custGeom>
        <a:noFill/>
        <a:ln w="25400" cap="flat" cmpd="sng" algn="ctr">
          <a:solidFill>
            <a:schemeClr val="accent2">
              <a:shade val="80000"/>
              <a:hueOff val="0"/>
              <a:satOff val="0"/>
              <a:lumOff val="0"/>
              <a:alphaOff val="0"/>
            </a:schemeClr>
          </a:solidFill>
          <a:prstDash val="solid"/>
        </a:ln>
        <a:effectLst/>
        <a:scene3d>
          <a:camera prst="orthographicFront"/>
          <a:lightRig rig="chilly" dir="t"/>
        </a:scene3d>
        <a:sp3d z="-40000" prstMaterial="matte"/>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8635120" y="3576946"/>
        <a:ext cx="31727" cy="31727"/>
      </dsp:txXfrm>
    </dsp:sp>
    <dsp:sp modelId="{62E88C53-B9A2-4349-9B3F-E0DE5355003E}">
      <dsp:nvSpPr>
        <dsp:cNvPr id="0" name=""/>
        <dsp:cNvSpPr/>
      </dsp:nvSpPr>
      <dsp:spPr>
        <a:xfrm>
          <a:off x="8968262" y="3196212"/>
          <a:ext cx="1586391" cy="793195"/>
        </a:xfrm>
        <a:prstGeom prst="roundRect">
          <a:avLst>
            <a:gd name="adj" fmla="val 10000"/>
          </a:avLst>
        </a:prstGeom>
        <a:solidFill>
          <a:schemeClr val="accent2">
            <a:hueOff val="0"/>
            <a:satOff val="0"/>
            <a:lumOff val="0"/>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13335" tIns="13335" rIns="13335" bIns="13335" numCol="1" spcCol="1270" anchor="ctr" anchorCtr="0">
          <a:noAutofit/>
        </a:bodyPr>
        <a:lstStyle/>
        <a:p>
          <a:pPr marL="0" lvl="0" indent="0" algn="ctr" defTabSz="933450">
            <a:lnSpc>
              <a:spcPct val="90000"/>
            </a:lnSpc>
            <a:spcBef>
              <a:spcPct val="0"/>
            </a:spcBef>
            <a:spcAft>
              <a:spcPct val="35000"/>
            </a:spcAft>
            <a:buNone/>
          </a:pPr>
          <a:r>
            <a:rPr lang="en-US" sz="2100" b="1" kern="1200" dirty="0"/>
            <a:t>User-Defined</a:t>
          </a:r>
        </a:p>
      </dsp:txBody>
      <dsp:txXfrm>
        <a:off x="8991494" y="3219444"/>
        <a:ext cx="1539927" cy="746731"/>
      </dsp:txXfrm>
    </dsp:sp>
    <dsp:sp modelId="{4EC52A3D-6D48-4131-8D4A-9F11B0FDC20B}">
      <dsp:nvSpPr>
        <dsp:cNvPr id="0" name=""/>
        <dsp:cNvSpPr/>
      </dsp:nvSpPr>
      <dsp:spPr>
        <a:xfrm rot="3310531">
          <a:off x="8095393" y="4035582"/>
          <a:ext cx="1111182" cy="26630"/>
        </a:xfrm>
        <a:custGeom>
          <a:avLst/>
          <a:gdLst/>
          <a:ahLst/>
          <a:cxnLst/>
          <a:rect l="0" t="0" r="0" b="0"/>
          <a:pathLst>
            <a:path>
              <a:moveTo>
                <a:pt x="0" y="13315"/>
              </a:moveTo>
              <a:lnTo>
                <a:pt x="1111182" y="13315"/>
              </a:lnTo>
            </a:path>
          </a:pathLst>
        </a:custGeom>
        <a:noFill/>
        <a:ln w="25400" cap="flat" cmpd="sng" algn="ctr">
          <a:solidFill>
            <a:schemeClr val="accent2">
              <a:shade val="80000"/>
              <a:hueOff val="0"/>
              <a:satOff val="0"/>
              <a:lumOff val="0"/>
              <a:alphaOff val="0"/>
            </a:schemeClr>
          </a:solidFill>
          <a:prstDash val="solid"/>
        </a:ln>
        <a:effectLst/>
        <a:scene3d>
          <a:camera prst="orthographicFront"/>
          <a:lightRig rig="chilly" dir="t"/>
        </a:scene3d>
        <a:sp3d z="-40000" prstMaterial="matte"/>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8623205" y="4021118"/>
        <a:ext cx="55559" cy="55559"/>
      </dsp:txXfrm>
    </dsp:sp>
    <dsp:sp modelId="{A5AB2A07-B4F0-4B0A-8D83-C03D4A25E41B}">
      <dsp:nvSpPr>
        <dsp:cNvPr id="0" name=""/>
        <dsp:cNvSpPr/>
      </dsp:nvSpPr>
      <dsp:spPr>
        <a:xfrm>
          <a:off x="8968262" y="4108388"/>
          <a:ext cx="1586391" cy="793195"/>
        </a:xfrm>
        <a:prstGeom prst="roundRect">
          <a:avLst>
            <a:gd name="adj" fmla="val 10000"/>
          </a:avLst>
        </a:prstGeom>
        <a:solidFill>
          <a:schemeClr val="accent2">
            <a:hueOff val="0"/>
            <a:satOff val="0"/>
            <a:lumOff val="0"/>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13335" tIns="13335" rIns="13335" bIns="13335" numCol="1" spcCol="1270" anchor="ctr" anchorCtr="0">
          <a:noAutofit/>
        </a:bodyPr>
        <a:lstStyle/>
        <a:p>
          <a:pPr marL="0" lvl="0" indent="0" algn="ctr" defTabSz="933450">
            <a:lnSpc>
              <a:spcPct val="90000"/>
            </a:lnSpc>
            <a:spcBef>
              <a:spcPct val="0"/>
            </a:spcBef>
            <a:spcAft>
              <a:spcPct val="35000"/>
            </a:spcAft>
            <a:buNone/>
          </a:pPr>
          <a:r>
            <a:rPr lang="en-US" sz="2100" kern="1200" dirty="0"/>
            <a:t>Boxed-Value</a:t>
          </a:r>
        </a:p>
      </dsp:txBody>
      <dsp:txXfrm>
        <a:off x="8991494" y="4131620"/>
        <a:ext cx="1539927" cy="746731"/>
      </dsp:txXfrm>
    </dsp:sp>
    <dsp:sp modelId="{DFBD6E6D-4202-4926-9D64-F4FA7294D33A}">
      <dsp:nvSpPr>
        <dsp:cNvPr id="0" name=""/>
        <dsp:cNvSpPr/>
      </dsp:nvSpPr>
      <dsp:spPr>
        <a:xfrm rot="2142401">
          <a:off x="6039306" y="4263626"/>
          <a:ext cx="781458" cy="26630"/>
        </a:xfrm>
        <a:custGeom>
          <a:avLst/>
          <a:gdLst/>
          <a:ahLst/>
          <a:cxnLst/>
          <a:rect l="0" t="0" r="0" b="0"/>
          <a:pathLst>
            <a:path>
              <a:moveTo>
                <a:pt x="0" y="13315"/>
              </a:moveTo>
              <a:lnTo>
                <a:pt x="781458" y="13315"/>
              </a:lnTo>
            </a:path>
          </a:pathLst>
        </a:custGeom>
        <a:noFill/>
        <a:ln w="25400" cap="flat" cmpd="sng" algn="ctr">
          <a:solidFill>
            <a:schemeClr val="accent2">
              <a:shade val="80000"/>
              <a:hueOff val="0"/>
              <a:satOff val="0"/>
              <a:lumOff val="0"/>
              <a:alphaOff val="0"/>
            </a:schemeClr>
          </a:solidFill>
          <a:prstDash val="solid"/>
        </a:ln>
        <a:effectLst/>
        <a:scene3d>
          <a:camera prst="orthographicFront"/>
          <a:lightRig rig="chilly" dir="t"/>
        </a:scene3d>
        <a:sp3d z="-40000" prstMaterial="matte"/>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6410499" y="4257405"/>
        <a:ext cx="39072" cy="39072"/>
      </dsp:txXfrm>
    </dsp:sp>
    <dsp:sp modelId="{E69385B3-5EF3-4606-96F6-D943D4CC74F7}">
      <dsp:nvSpPr>
        <dsp:cNvPr id="0" name=""/>
        <dsp:cNvSpPr/>
      </dsp:nvSpPr>
      <dsp:spPr>
        <a:xfrm>
          <a:off x="6747314" y="4108388"/>
          <a:ext cx="1586391" cy="793195"/>
        </a:xfrm>
        <a:prstGeom prst="roundRect">
          <a:avLst>
            <a:gd name="adj" fmla="val 10000"/>
          </a:avLst>
        </a:prstGeom>
        <a:solidFill>
          <a:schemeClr val="accent2">
            <a:hueOff val="0"/>
            <a:satOff val="0"/>
            <a:lumOff val="0"/>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13335" tIns="13335" rIns="13335" bIns="13335" numCol="1" spcCol="1270" anchor="ctr" anchorCtr="0">
          <a:noAutofit/>
        </a:bodyPr>
        <a:lstStyle/>
        <a:p>
          <a:pPr marL="0" lvl="0" indent="0" algn="ctr" defTabSz="933450">
            <a:lnSpc>
              <a:spcPct val="90000"/>
            </a:lnSpc>
            <a:spcBef>
              <a:spcPct val="0"/>
            </a:spcBef>
            <a:spcAft>
              <a:spcPct val="35000"/>
            </a:spcAft>
            <a:buNone/>
          </a:pPr>
          <a:r>
            <a:rPr lang="en-US" sz="2100" kern="1200" dirty="0"/>
            <a:t>Arrays</a:t>
          </a:r>
        </a:p>
      </dsp:txBody>
      <dsp:txXfrm>
        <a:off x="6770546" y="4131620"/>
        <a:ext cx="1539927" cy="746731"/>
      </dsp:txXfrm>
    </dsp:sp>
    <dsp:sp modelId="{EEAB1A74-53D8-4F42-B6A0-5C10AEE06B08}">
      <dsp:nvSpPr>
        <dsp:cNvPr id="0" name=""/>
        <dsp:cNvSpPr/>
      </dsp:nvSpPr>
      <dsp:spPr>
        <a:xfrm rot="3310531">
          <a:off x="3653496" y="4491670"/>
          <a:ext cx="1111182" cy="26630"/>
        </a:xfrm>
        <a:custGeom>
          <a:avLst/>
          <a:gdLst/>
          <a:ahLst/>
          <a:cxnLst/>
          <a:rect l="0" t="0" r="0" b="0"/>
          <a:pathLst>
            <a:path>
              <a:moveTo>
                <a:pt x="0" y="13315"/>
              </a:moveTo>
              <a:lnTo>
                <a:pt x="1111182" y="13315"/>
              </a:lnTo>
            </a:path>
          </a:pathLst>
        </a:custGeom>
        <a:noFill/>
        <a:ln w="25400" cap="flat" cmpd="sng" algn="ctr">
          <a:solidFill>
            <a:schemeClr val="accent2">
              <a:shade val="80000"/>
              <a:hueOff val="0"/>
              <a:satOff val="0"/>
              <a:lumOff val="0"/>
              <a:alphaOff val="0"/>
            </a:schemeClr>
          </a:solidFill>
          <a:prstDash val="solid"/>
        </a:ln>
        <a:effectLst/>
        <a:scene3d>
          <a:camera prst="orthographicFront"/>
          <a:lightRig rig="chilly" dir="t"/>
        </a:scene3d>
        <a:sp3d z="-40000" prstMaterial="matte"/>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181308" y="4477206"/>
        <a:ext cx="55559" cy="55559"/>
      </dsp:txXfrm>
    </dsp:sp>
    <dsp:sp modelId="{83372812-64EE-46E2-AF6F-7E45EBB025CE}">
      <dsp:nvSpPr>
        <dsp:cNvPr id="0" name=""/>
        <dsp:cNvSpPr/>
      </dsp:nvSpPr>
      <dsp:spPr>
        <a:xfrm>
          <a:off x="4526366" y="4564475"/>
          <a:ext cx="1586391" cy="793195"/>
        </a:xfrm>
        <a:prstGeom prst="roundRect">
          <a:avLst>
            <a:gd name="adj" fmla="val 10000"/>
          </a:avLst>
        </a:prstGeom>
        <a:solidFill>
          <a:schemeClr val="accent2">
            <a:hueOff val="0"/>
            <a:satOff val="0"/>
            <a:lumOff val="0"/>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13335" tIns="13335" rIns="13335" bIns="13335" numCol="1" spcCol="1270" anchor="ctr" anchorCtr="0">
          <a:noAutofit/>
        </a:bodyPr>
        <a:lstStyle/>
        <a:p>
          <a:pPr marL="0" lvl="0" indent="0" algn="ctr" defTabSz="933450">
            <a:lnSpc>
              <a:spcPct val="90000"/>
            </a:lnSpc>
            <a:spcBef>
              <a:spcPct val="0"/>
            </a:spcBef>
            <a:spcAft>
              <a:spcPct val="35000"/>
            </a:spcAft>
            <a:buNone/>
          </a:pPr>
          <a:r>
            <a:rPr lang="en-US" sz="2100" kern="1200" dirty="0"/>
            <a:t>Interface</a:t>
          </a:r>
        </a:p>
      </dsp:txBody>
      <dsp:txXfrm>
        <a:off x="4549598" y="4587707"/>
        <a:ext cx="1539927" cy="746731"/>
      </dsp:txXfrm>
    </dsp:sp>
  </dsp:spTree>
</dsp:drawing>
</file>

<file path=ppt/diagrams/layout1.xml><?xml version="1.0" encoding="utf-8"?>
<dgm:layoutDef xmlns:dgm="http://schemas.openxmlformats.org/drawingml/2006/diagram" xmlns:a="http://schemas.openxmlformats.org/drawingml/2006/main" uniqueId="urn:microsoft.com/office/officeart/2005/8/layout/radial4">
  <dgm:title val=""/>
  <dgm:desc val=""/>
  <dgm:catLst>
    <dgm:cat type="relationship" pri="190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t modelId="11"/>
        <dgm:pt modelId="12"/>
      </dgm:ptLst>
      <dgm:cxnLst>
        <dgm:cxn modelId="2" srcId="0" destId="1" srcOrd="0" destOrd="0"/>
        <dgm:cxn modelId="15" srcId="1" destId="11" srcOrd="0" destOrd="0"/>
        <dgm:cxn modelId="16" srcId="1" destId="12" srcOrd="1"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cycle">
    <dgm:varLst>
      <dgm:chMax val="1"/>
      <dgm:dir/>
      <dgm:animLvl val="ctr"/>
      <dgm:resizeHandles val="exact"/>
    </dgm:varLst>
    <dgm:choose name="Name0">
      <dgm:if name="Name1" func="var" arg="dir" op="equ" val="norm">
        <dgm:choose name="Name2">
          <dgm:if name="Name3" axis="ch ch" ptType="node node" st="1 1" cnt="1 0" func="cnt" op="lte" val="1">
            <dgm:alg type="cycle">
              <dgm:param type="stAng" val="0"/>
              <dgm:param type="spanAng" val="360"/>
              <dgm:param type="ctrShpMap" val="fNode"/>
            </dgm:alg>
          </dgm:if>
          <dgm:else name="Name4">
            <dgm:choose name="Name5">
              <dgm:if name="Name6" axis="ch ch" ptType="node node" st="1 1" cnt="1 0" func="cnt" op="lte" val="3">
                <dgm:alg type="cycle">
                  <dgm:param type="stAng" val="-55"/>
                  <dgm:param type="spanAng" val="110"/>
                  <dgm:param type="ctrShpMap" val="fNode"/>
                </dgm:alg>
              </dgm:if>
              <dgm:else name="Name7">
                <dgm:choose name="Name8">
                  <dgm:if name="Name9" axis="ch ch" ptType="node node" st="1 1" cnt="1 0" func="cnt" op="equ" val="4">
                    <dgm:alg type="cycle">
                      <dgm:param type="stAng" val="-75"/>
                      <dgm:param type="spanAng" val="150"/>
                      <dgm:param type="ctrShpMap" val="fNode"/>
                    </dgm:alg>
                  </dgm:if>
                  <dgm:else name="Name10">
                    <dgm:alg type="cycle">
                      <dgm:param type="stAng" val="-90"/>
                      <dgm:param type="spanAng" val="180"/>
                      <dgm:param type="ctrShpMap" val="fNode"/>
                    </dgm:alg>
                  </dgm:else>
                </dgm:choose>
              </dgm:else>
            </dgm:choose>
          </dgm:else>
        </dgm:choose>
      </dgm:if>
      <dgm:else name="Name11">
        <dgm:choose name="Name12">
          <dgm:if name="Name13" axis="ch ch" ptType="node node" st="1 1" cnt="1 0" func="cnt" op="lte" val="1">
            <dgm:alg type="cycle">
              <dgm:param type="stAng" val="0"/>
              <dgm:param type="spanAng" val="-360"/>
              <dgm:param type="ctrShpMap" val="fNode"/>
            </dgm:alg>
          </dgm:if>
          <dgm:else name="Name14">
            <dgm:choose name="Name15">
              <dgm:if name="Name16" axis="ch ch" ptType="node node" st="1 1" cnt="1 0" func="cnt" op="lte" val="3">
                <dgm:alg type="cycle">
                  <dgm:param type="stAng" val="55"/>
                  <dgm:param type="spanAng" val="-110"/>
                  <dgm:param type="ctrShpMap" val="fNode"/>
                </dgm:alg>
              </dgm:if>
              <dgm:else name="Name17">
                <dgm:choose name="Name18">
                  <dgm:if name="Name19" axis="ch ch" ptType="node node" st="1 1" cnt="1 0" func="cnt" op="equ" val="4">
                    <dgm:alg type="cycle">
                      <dgm:param type="stAng" val="75"/>
                      <dgm:param type="spanAng" val="-150"/>
                      <dgm:param type="ctrShpMap" val="fNode"/>
                    </dgm:alg>
                  </dgm:if>
                  <dgm:else name="Name20">
                    <dgm:alg type="cycle">
                      <dgm:param type="stAng" val="90"/>
                      <dgm:param type="spanAng" val="-180"/>
                      <dgm:param type="ctrShpMap" val="fNode"/>
                    </dgm:alg>
                  </dgm:else>
                </dgm:choose>
              </dgm:else>
            </dgm:choose>
          </dgm:else>
        </dgm:choose>
      </dgm:else>
    </dgm:choose>
    <dgm:shape xmlns:r="http://schemas.openxmlformats.org/officeDocument/2006/relationships" r:blip="">
      <dgm:adjLst/>
    </dgm:shape>
    <dgm:presOf/>
    <dgm:constrLst>
      <dgm:constr type="w" for="ch" forName="centerShape" refType="w"/>
      <dgm:constr type="w" for="ch" forName="node" refType="w" refFor="ch" refForName="centerShape" fact="0.95"/>
      <dgm:constr type="h" for="ch" forName="parTrans" refType="w" refFor="ch" refForName="centerShape" fact="0.285"/>
      <dgm:constr type="sp" refType="w" refFor="ch" refForName="centerShape" op="equ" fact="0.23"/>
      <dgm:constr type="sibSp" refType="w" refFor="ch" refForName="node" fact="0.1"/>
      <dgm:constr type="primFontSz" for="ch" forName="node" op="equ"/>
    </dgm:constrLst>
    <dgm:choose name="Name21">
      <dgm:if name="Name22" axis="ch ch" ptType="node node" st="1 1" cnt="1 0" func="cnt" op="lte" val="5">
        <dgm:ruleLst>
          <dgm:rule type="w" for="ch" forName="centerShape" val="NaN" fact="0.27" max="NaN"/>
        </dgm:ruleLst>
      </dgm:if>
      <dgm:else name="Name23">
        <dgm:ruleLst>
          <dgm:rule type="w" for="ch" forName="centerShape" val="NaN" fact="0.27" max="NaN"/>
          <dgm:rule type="w" for="ch" forName="node" val="NaN" fact="0.7" max="NaN"/>
        </dgm:ruleLst>
      </dgm:else>
    </dgm:choose>
    <dgm:forEach name="Name24" axis="ch" ptType="node" cnt="1">
      <dgm:layoutNode name="centerShape" styleLbl="node0">
        <dgm:alg type="tx"/>
        <dgm:shape xmlns:r="http://schemas.openxmlformats.org/officeDocument/2006/relationships" type="ellipse" r:blip="">
          <dgm:adjLst/>
        </dgm:shape>
        <dgm:presOf axis="self"/>
        <dgm:constrLst>
          <dgm:constr type="tMarg" refType="primFontSz" fact="0.05"/>
          <dgm:constr type="bMarg" refType="primFontSz" fact="0.05"/>
          <dgm:constr type="lMarg" refType="primFontSz" fact="0.05"/>
          <dgm:constr type="rMarg" refType="primFontSz" fact="0.05"/>
          <dgm:constr type="primFontSz" val="65"/>
          <dgm:constr type="h" refType="w"/>
        </dgm:constrLst>
        <dgm:ruleLst>
          <dgm:rule type="primFontSz" val="5" fact="NaN" max="NaN"/>
        </dgm:ruleLst>
      </dgm:layoutNode>
      <dgm:forEach name="Name25" axis="ch">
        <dgm:forEach name="Name26" axis="self" ptType="parTrans">
          <dgm:layoutNode name="parTrans" styleLbl="bgSibTrans2D1">
            <dgm:alg type="conn">
              <dgm:param type="begPts" val="auto"/>
              <dgm:param type="endPts" val="ctr"/>
              <dgm:param type="endSty" val="noArr"/>
              <dgm:param type="begSty" val="arr"/>
            </dgm:alg>
            <dgm:shape xmlns:r="http://schemas.openxmlformats.org/officeDocument/2006/relationships" type="conn" r:blip="">
              <dgm:adjLst/>
            </dgm:shape>
            <dgm:presOf axis="self"/>
            <dgm:constrLst>
              <dgm:constr type="begPad" refType="connDist" fact="0.055"/>
              <dgm:constr type="endPad"/>
            </dgm:constrLst>
            <dgm:ruleLst/>
          </dgm:layoutNode>
        </dgm:forEach>
        <dgm:forEach name="Name27" axis="self" ptType="node">
          <dgm:layoutNode name="node" styleLbl="node1">
            <dgm:varLst>
              <dgm:bulletEnabled val="1"/>
            </dgm:varLst>
            <dgm:alg type="tx"/>
            <dgm:shape xmlns:r="http://schemas.openxmlformats.org/officeDocument/2006/relationships" type="roundRect" r:blip="">
              <dgm:adjLst>
                <dgm:adj idx="1" val="0.1"/>
              </dgm:adjLst>
            </dgm:shape>
            <dgm:presOf axis="desOrSelf" ptType="node"/>
            <dgm:constrLst>
              <dgm:constr type="primFontSz" val="65"/>
              <dgm:constr type="h" refType="w" fact="0.8"/>
              <dgm:constr type="tMarg" refType="primFontSz" fact="0.15"/>
              <dgm:constr type="bMarg" refType="primFontSz" fact="0.15"/>
              <dgm:constr type="lMarg" refType="primFontSz" fact="0.15"/>
              <dgm:constr type="rMarg" refType="primFontSz" fact="0.15"/>
            </dgm:constrLst>
            <dgm:ruleLst>
              <dgm:rule type="primFontSz" val="5" fact="NaN" max="NaN"/>
            </dgm:ruleLst>
          </dgm:layoutNode>
        </dgm:forEach>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radial4">
  <dgm:title val=""/>
  <dgm:desc val=""/>
  <dgm:catLst>
    <dgm:cat type="relationship" pri="190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t modelId="11"/>
        <dgm:pt modelId="12"/>
      </dgm:ptLst>
      <dgm:cxnLst>
        <dgm:cxn modelId="2" srcId="0" destId="1" srcOrd="0" destOrd="0"/>
        <dgm:cxn modelId="15" srcId="1" destId="11" srcOrd="0" destOrd="0"/>
        <dgm:cxn modelId="16" srcId="1" destId="12" srcOrd="1"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cycle">
    <dgm:varLst>
      <dgm:chMax val="1"/>
      <dgm:dir/>
      <dgm:animLvl val="ctr"/>
      <dgm:resizeHandles val="exact"/>
    </dgm:varLst>
    <dgm:choose name="Name0">
      <dgm:if name="Name1" func="var" arg="dir" op="equ" val="norm">
        <dgm:choose name="Name2">
          <dgm:if name="Name3" axis="ch ch" ptType="node node" st="1 1" cnt="1 0" func="cnt" op="lte" val="1">
            <dgm:alg type="cycle">
              <dgm:param type="stAng" val="0"/>
              <dgm:param type="spanAng" val="360"/>
              <dgm:param type="ctrShpMap" val="fNode"/>
            </dgm:alg>
          </dgm:if>
          <dgm:else name="Name4">
            <dgm:choose name="Name5">
              <dgm:if name="Name6" axis="ch ch" ptType="node node" st="1 1" cnt="1 0" func="cnt" op="lte" val="3">
                <dgm:alg type="cycle">
                  <dgm:param type="stAng" val="-55"/>
                  <dgm:param type="spanAng" val="110"/>
                  <dgm:param type="ctrShpMap" val="fNode"/>
                </dgm:alg>
              </dgm:if>
              <dgm:else name="Name7">
                <dgm:choose name="Name8">
                  <dgm:if name="Name9" axis="ch ch" ptType="node node" st="1 1" cnt="1 0" func="cnt" op="equ" val="4">
                    <dgm:alg type="cycle">
                      <dgm:param type="stAng" val="-75"/>
                      <dgm:param type="spanAng" val="150"/>
                      <dgm:param type="ctrShpMap" val="fNode"/>
                    </dgm:alg>
                  </dgm:if>
                  <dgm:else name="Name10">
                    <dgm:alg type="cycle">
                      <dgm:param type="stAng" val="-90"/>
                      <dgm:param type="spanAng" val="180"/>
                      <dgm:param type="ctrShpMap" val="fNode"/>
                    </dgm:alg>
                  </dgm:else>
                </dgm:choose>
              </dgm:else>
            </dgm:choose>
          </dgm:else>
        </dgm:choose>
      </dgm:if>
      <dgm:else name="Name11">
        <dgm:choose name="Name12">
          <dgm:if name="Name13" axis="ch ch" ptType="node node" st="1 1" cnt="1 0" func="cnt" op="lte" val="1">
            <dgm:alg type="cycle">
              <dgm:param type="stAng" val="0"/>
              <dgm:param type="spanAng" val="-360"/>
              <dgm:param type="ctrShpMap" val="fNode"/>
            </dgm:alg>
          </dgm:if>
          <dgm:else name="Name14">
            <dgm:choose name="Name15">
              <dgm:if name="Name16" axis="ch ch" ptType="node node" st="1 1" cnt="1 0" func="cnt" op="lte" val="3">
                <dgm:alg type="cycle">
                  <dgm:param type="stAng" val="55"/>
                  <dgm:param type="spanAng" val="-110"/>
                  <dgm:param type="ctrShpMap" val="fNode"/>
                </dgm:alg>
              </dgm:if>
              <dgm:else name="Name17">
                <dgm:choose name="Name18">
                  <dgm:if name="Name19" axis="ch ch" ptType="node node" st="1 1" cnt="1 0" func="cnt" op="equ" val="4">
                    <dgm:alg type="cycle">
                      <dgm:param type="stAng" val="75"/>
                      <dgm:param type="spanAng" val="-150"/>
                      <dgm:param type="ctrShpMap" val="fNode"/>
                    </dgm:alg>
                  </dgm:if>
                  <dgm:else name="Name20">
                    <dgm:alg type="cycle">
                      <dgm:param type="stAng" val="90"/>
                      <dgm:param type="spanAng" val="-180"/>
                      <dgm:param type="ctrShpMap" val="fNode"/>
                    </dgm:alg>
                  </dgm:else>
                </dgm:choose>
              </dgm:else>
            </dgm:choose>
          </dgm:else>
        </dgm:choose>
      </dgm:else>
    </dgm:choose>
    <dgm:shape xmlns:r="http://schemas.openxmlformats.org/officeDocument/2006/relationships" r:blip="">
      <dgm:adjLst/>
    </dgm:shape>
    <dgm:presOf/>
    <dgm:constrLst>
      <dgm:constr type="w" for="ch" forName="centerShape" refType="w"/>
      <dgm:constr type="w" for="ch" forName="node" refType="w" refFor="ch" refForName="centerShape" fact="0.95"/>
      <dgm:constr type="h" for="ch" forName="parTrans" refType="w" refFor="ch" refForName="centerShape" fact="0.285"/>
      <dgm:constr type="sp" refType="w" refFor="ch" refForName="centerShape" op="equ" fact="0.23"/>
      <dgm:constr type="sibSp" refType="w" refFor="ch" refForName="node" fact="0.1"/>
      <dgm:constr type="primFontSz" for="ch" forName="node" op="equ"/>
    </dgm:constrLst>
    <dgm:choose name="Name21">
      <dgm:if name="Name22" axis="ch ch" ptType="node node" st="1 1" cnt="1 0" func="cnt" op="lte" val="5">
        <dgm:ruleLst>
          <dgm:rule type="w" for="ch" forName="centerShape" val="NaN" fact="0.27" max="NaN"/>
        </dgm:ruleLst>
      </dgm:if>
      <dgm:else name="Name23">
        <dgm:ruleLst>
          <dgm:rule type="w" for="ch" forName="centerShape" val="NaN" fact="0.27" max="NaN"/>
          <dgm:rule type="w" for="ch" forName="node" val="NaN" fact="0.7" max="NaN"/>
        </dgm:ruleLst>
      </dgm:else>
    </dgm:choose>
    <dgm:forEach name="Name24" axis="ch" ptType="node" cnt="1">
      <dgm:layoutNode name="centerShape" styleLbl="node0">
        <dgm:alg type="tx"/>
        <dgm:shape xmlns:r="http://schemas.openxmlformats.org/officeDocument/2006/relationships" type="ellipse" r:blip="">
          <dgm:adjLst/>
        </dgm:shape>
        <dgm:presOf axis="self"/>
        <dgm:constrLst>
          <dgm:constr type="tMarg" refType="primFontSz" fact="0.05"/>
          <dgm:constr type="bMarg" refType="primFontSz" fact="0.05"/>
          <dgm:constr type="lMarg" refType="primFontSz" fact="0.05"/>
          <dgm:constr type="rMarg" refType="primFontSz" fact="0.05"/>
          <dgm:constr type="primFontSz" val="65"/>
          <dgm:constr type="h" refType="w"/>
        </dgm:constrLst>
        <dgm:ruleLst>
          <dgm:rule type="primFontSz" val="5" fact="NaN" max="NaN"/>
        </dgm:ruleLst>
      </dgm:layoutNode>
      <dgm:forEach name="Name25" axis="ch">
        <dgm:forEach name="Name26" axis="self" ptType="parTrans">
          <dgm:layoutNode name="parTrans" styleLbl="bgSibTrans2D1">
            <dgm:alg type="conn">
              <dgm:param type="begPts" val="auto"/>
              <dgm:param type="endPts" val="ctr"/>
              <dgm:param type="endSty" val="noArr"/>
              <dgm:param type="begSty" val="arr"/>
            </dgm:alg>
            <dgm:shape xmlns:r="http://schemas.openxmlformats.org/officeDocument/2006/relationships" type="conn" r:blip="">
              <dgm:adjLst/>
            </dgm:shape>
            <dgm:presOf axis="self"/>
            <dgm:constrLst>
              <dgm:constr type="begPad" refType="connDist" fact="0.055"/>
              <dgm:constr type="endPad"/>
            </dgm:constrLst>
            <dgm:ruleLst/>
          </dgm:layoutNode>
        </dgm:forEach>
        <dgm:forEach name="Name27" axis="self" ptType="node">
          <dgm:layoutNode name="node" styleLbl="node1">
            <dgm:varLst>
              <dgm:bulletEnabled val="1"/>
            </dgm:varLst>
            <dgm:alg type="tx"/>
            <dgm:shape xmlns:r="http://schemas.openxmlformats.org/officeDocument/2006/relationships" type="roundRect" r:blip="">
              <dgm:adjLst>
                <dgm:adj idx="1" val="0.1"/>
              </dgm:adjLst>
            </dgm:shape>
            <dgm:presOf axis="desOrSelf" ptType="node"/>
            <dgm:constrLst>
              <dgm:constr type="primFontSz" val="65"/>
              <dgm:constr type="h" refType="w" fact="0.8"/>
              <dgm:constr type="tMarg" refType="primFontSz" fact="0.15"/>
              <dgm:constr type="bMarg" refType="primFontSz" fact="0.15"/>
              <dgm:constr type="lMarg" refType="primFontSz" fact="0.15"/>
              <dgm:constr type="rMarg" refType="primFontSz" fact="0.15"/>
            </dgm:constrLst>
            <dgm:ruleLst>
              <dgm:rule type="primFontSz" val="5" fact="NaN" max="NaN"/>
            </dgm:ruleLst>
          </dgm:layoutNode>
        </dgm:forEach>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hierarchy2">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begPts" val="midR"/>
                        <dgm:param type="endPts" val="midL"/>
                        <dgm:param type="endSty" val="noArr"/>
                      </dgm:alg>
                    </dgm:if>
                    <dgm:else name="Name14">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9">
  <dgm:title val=""/>
  <dgm:desc val=""/>
  <dgm:catLst>
    <dgm:cat type="3D" pri="11900"/>
  </dgm:catLst>
  <dgm:scene3d>
    <a:camera prst="perspectiveRelaxed">
      <a:rot lat="19149996" lon="20104178" rev="1577324"/>
    </a:camera>
    <a:lightRig rig="soft" dir="t"/>
    <a:backdrop>
      <a:anchor x="0" y="0" z="-210000"/>
      <a:norm dx="0" dy="0" dz="914400"/>
      <a:up dx="0" dy="914400" dz="0"/>
    </a:backdrop>
  </dgm:scene3d>
  <dgm:styleLbl name="node0">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lnNode1">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vennNode1">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tx1"/>
      </a:fontRef>
    </dgm:style>
  </dgm:styleLbl>
  <dgm:styleLbl name="alignNode1">
    <dgm:scene3d>
      <a:camera prst="orthographicFront"/>
      <a:lightRig rig="threePt" dir="t"/>
    </dgm:scene3d>
    <dgm:sp3d extrusionH="152250" prstMaterial="matte">
      <a:bevelT w="165100" prst="coolSlant"/>
    </dgm:sp3d>
    <dgm:txPr>
      <a:sp3d extrusionH="28000" prstMaterial="matte"/>
    </dgm:txPr>
    <dgm:style>
      <a:lnRef idx="1">
        <a:scrgbClr r="0" g="0" b="0"/>
      </a:lnRef>
      <a:fillRef idx="1">
        <a:scrgbClr r="0" g="0" b="0"/>
      </a:fillRef>
      <a:effectRef idx="2">
        <a:scrgbClr r="0" g="0" b="0"/>
      </a:effectRef>
      <a:fontRef idx="minor">
        <a:schemeClr val="lt1"/>
      </a:fontRef>
    </dgm:style>
  </dgm:styleLbl>
  <dgm:styleLbl name="node1">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node2">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node3">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node4">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fgImgPlace1">
    <dgm:scene3d>
      <a:camera prst="orthographicFront"/>
      <a:lightRig rig="threePt" dir="t"/>
    </dgm:scene3d>
    <dgm:sp3d prstMaterial="matte"/>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dgm:scene3d>
    <dgm:sp3d extrusionH="152250" prstMaterial="matte">
      <a:bevelT w="165100" prst="coolSlant"/>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dgm:scene3d>
    <dgm:sp3d z="-227350" prstMaterial="matte"/>
    <dgm:txPr/>
    <dgm:style>
      <a:lnRef idx="0">
        <a:scrgbClr r="0" g="0" b="0"/>
      </a:lnRef>
      <a:fillRef idx="1">
        <a:scrgbClr r="0" g="0" b="0"/>
      </a:fillRef>
      <a:effectRef idx="0">
        <a:scrgbClr r="0" g="0" b="0"/>
      </a:effectRef>
      <a:fontRef idx="minor"/>
    </dgm:style>
  </dgm:styleLbl>
  <dgm:styleLbl name="sibTrans2D1">
    <dgm:scene3d>
      <a:camera prst="orthographicFront"/>
      <a:lightRig rig="threePt" dir="t"/>
    </dgm:scene3d>
    <dgm:sp3d z="-227350" prstMaterial="matte"/>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prstMaterial="matte"/>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dgm:scene3d>
    <dgm:sp3d z="-227350" prstMaterial="matte"/>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z="-22735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asst1">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asst2">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asst3">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parChTrans2D1">
    <dgm:scene3d>
      <a:camera prst="orthographicFront"/>
      <a:lightRig rig="threePt" dir="t"/>
    </dgm:scene3d>
    <dgm:sp3d z="-227350" prstMaterial="matte"/>
    <dgm:txPr/>
    <dgm:style>
      <a:lnRef idx="0">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z="-227350" prstMaterial="matte"/>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z="-227350" prstMaterial="matte"/>
    <dgm:txPr/>
    <dgm:style>
      <a:lnRef idx="0">
        <a:scrgbClr r="0" g="0" b="0"/>
      </a:lnRef>
      <a:fillRef idx="3">
        <a:scrgbClr r="0" g="0" b="0"/>
      </a:fillRef>
      <a:effectRef idx="0">
        <a:scrgbClr r="0" g="0" b="0"/>
      </a:effectRef>
      <a:fontRef idx="minor">
        <a:schemeClr val="lt1"/>
      </a:fontRef>
    </dgm:style>
  </dgm:styleLbl>
  <dgm:styleLbl name="parChTrans2D4">
    <dgm:scene3d>
      <a:camera prst="orthographicFront"/>
      <a:lightRig rig="threePt" dir="t"/>
    </dgm:scene3d>
    <dgm:sp3d z="-227350" prstMaterial="matte"/>
    <dgm:txPr/>
    <dgm:style>
      <a:lnRef idx="0">
        <a:scrgbClr r="0" g="0" b="0"/>
      </a:lnRef>
      <a:fillRef idx="3">
        <a:scrgbClr r="0" g="0" b="0"/>
      </a:fillRef>
      <a:effectRef idx="0">
        <a:scrgbClr r="0" g="0" b="0"/>
      </a:effectRef>
      <a:fontRef idx="minor">
        <a:schemeClr val="lt1"/>
      </a:fontRef>
    </dgm:style>
  </dgm:styleLbl>
  <dgm:styleLbl name="parChTrans1D1">
    <dgm:scene3d>
      <a:camera prst="orthographicFront"/>
      <a:lightRig rig="threePt" dir="t"/>
    </dgm:scene3d>
    <dgm:sp3d z="-22735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z="-22735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z="-22735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z="-22735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prstMaterial="matte"/>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z="-227350" prstMaterial="matte"/>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extrusionH="152250" prstMaterial="matte">
      <a:bevelT w="165100" prst="coolSlant"/>
    </dgm:sp3d>
    <dgm:txPr/>
    <dgm:style>
      <a:lnRef idx="0">
        <a:scrgbClr r="0" g="0" b="0"/>
      </a:lnRef>
      <a:fillRef idx="1">
        <a:scrgbClr r="0" g="0" b="0"/>
      </a:fillRef>
      <a:effectRef idx="2">
        <a:scrgbClr r="0" g="0" b="0"/>
      </a:effectRef>
      <a:fontRef idx="minor"/>
    </dgm:style>
  </dgm:styleLbl>
  <dgm:styleLbl name="trAlignAcc1">
    <dgm:scene3d>
      <a:camera prst="orthographicFront"/>
      <a:lightRig rig="threePt" dir="t"/>
    </dgm:scene3d>
    <dgm:sp3d extrusionH="152250" prstMaterial="matte">
      <a:bevelT w="165100" prst="coolSlant"/>
    </dgm:sp3d>
    <dgm:txPr/>
    <dgm:style>
      <a:lnRef idx="0">
        <a:scrgbClr r="0" g="0" b="0"/>
      </a:lnRef>
      <a:fillRef idx="1">
        <a:scrgbClr r="0" g="0" b="0"/>
      </a:fillRef>
      <a:effectRef idx="2">
        <a:scrgbClr r="0" g="0" b="0"/>
      </a:effectRef>
      <a:fontRef idx="minor"/>
    </dgm:style>
  </dgm:styleLbl>
  <dgm:styleLbl name="bgAcc1">
    <dgm:scene3d>
      <a:camera prst="orthographicFront"/>
      <a:lightRig rig="threePt" dir="t"/>
    </dgm:scene3d>
    <dgm:sp3d z="-227350" prstMaterial="matte"/>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prstMaterial="matte"/>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extrusionH="152250" prstMaterial="matte">
      <a:bevelT w="165100" prst="coolSlant"/>
    </dgm:sp3d>
    <dgm:txPr/>
    <dgm:style>
      <a:lnRef idx="0">
        <a:scrgbClr r="0" g="0" b="0"/>
      </a:lnRef>
      <a:fillRef idx="1">
        <a:scrgbClr r="0" g="0" b="0"/>
      </a:fillRef>
      <a:effectRef idx="2">
        <a:scrgbClr r="0" g="0" b="0"/>
      </a:effectRef>
      <a:fontRef idx="minor"/>
    </dgm:style>
  </dgm:styleLbl>
  <dgm:styleLbl name="solidBgAcc1">
    <dgm:scene3d>
      <a:camera prst="orthographicFront"/>
      <a:lightRig rig="threePt" dir="t"/>
    </dgm:scene3d>
    <dgm:sp3d z="-227350" prstMaterial="matte"/>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prstMaterial="matte"/>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extrusionH="152250" prstMaterial="matte">
      <a:bevelT w="165100" prst="coolSlant"/>
    </dgm:sp3d>
    <dgm:txPr/>
    <dgm:style>
      <a:lnRef idx="0">
        <a:scrgbClr r="0" g="0" b="0"/>
      </a:lnRef>
      <a:fillRef idx="1">
        <a:scrgbClr r="0" g="0" b="0"/>
      </a:fillRef>
      <a:effectRef idx="2">
        <a:scrgbClr r="0" g="0" b="0"/>
      </a:effectRef>
      <a:fontRef idx="minor"/>
    </dgm:style>
  </dgm:styleLbl>
  <dgm:styleLbl name="bgAccFollowNode1">
    <dgm:scene3d>
      <a:camera prst="orthographicFront"/>
      <a:lightRig rig="threePt" dir="t"/>
    </dgm:scene3d>
    <dgm:sp3d z="-227350" prstMaterial="matte"/>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prstMaterial="matte"/>
    <dgm:txPr/>
    <dgm:style>
      <a:lnRef idx="0">
        <a:scrgbClr r="0" g="0" b="0"/>
      </a:lnRef>
      <a:fillRef idx="1">
        <a:scrgbClr r="0" g="0" b="0"/>
      </a:fillRef>
      <a:effectRef idx="0">
        <a:scrgbClr r="0" g="0" b="0"/>
      </a:effectRef>
      <a:fontRef idx="minor"/>
    </dgm:style>
  </dgm:styleLbl>
  <dgm:styleLbl name="fgAcc2">
    <dgm:scene3d>
      <a:camera prst="orthographicFront"/>
      <a:lightRig rig="threePt" dir="t"/>
    </dgm:scene3d>
    <dgm:sp3d prstMaterial="matte"/>
    <dgm:txPr/>
    <dgm:style>
      <a:lnRef idx="0">
        <a:scrgbClr r="0" g="0" b="0"/>
      </a:lnRef>
      <a:fillRef idx="1">
        <a:scrgbClr r="0" g="0" b="0"/>
      </a:fillRef>
      <a:effectRef idx="0">
        <a:scrgbClr r="0" g="0" b="0"/>
      </a:effectRef>
      <a:fontRef idx="minor"/>
    </dgm:style>
  </dgm:styleLbl>
  <dgm:styleLbl name="fgAcc3">
    <dgm:scene3d>
      <a:camera prst="orthographicFront"/>
      <a:lightRig rig="threePt" dir="t"/>
    </dgm:scene3d>
    <dgm:sp3d prstMaterial="matte"/>
    <dgm:txPr/>
    <dgm:style>
      <a:lnRef idx="0">
        <a:scrgbClr r="0" g="0" b="0"/>
      </a:lnRef>
      <a:fillRef idx="1">
        <a:scrgbClr r="0" g="0" b="0"/>
      </a:fillRef>
      <a:effectRef idx="0">
        <a:scrgbClr r="0" g="0" b="0"/>
      </a:effectRef>
      <a:fontRef idx="minor"/>
    </dgm:style>
  </dgm:styleLbl>
  <dgm:styleLbl name="fgAcc4">
    <dgm:scene3d>
      <a:camera prst="orthographicFront"/>
      <a:lightRig rig="threePt" dir="t"/>
    </dgm:scene3d>
    <dgm:sp3d prstMaterial="matte"/>
    <dgm:txPr/>
    <dgm:style>
      <a:lnRef idx="0">
        <a:scrgbClr r="0" g="0" b="0"/>
      </a:lnRef>
      <a:fillRef idx="1">
        <a:scrgbClr r="0" g="0" b="0"/>
      </a:fillRef>
      <a:effectRef idx="0">
        <a:scrgbClr r="0" g="0" b="0"/>
      </a:effectRef>
      <a:fontRef idx="minor"/>
    </dgm:style>
  </dgm:styleLbl>
  <dgm:styleLbl name="bgShp">
    <dgm:scene3d>
      <a:camera prst="orthographicFront"/>
      <a:lightRig rig="threePt" dir="t"/>
    </dgm:scene3d>
    <dgm:sp3d z="-227350" prstMaterial="matte"/>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z="-227350" prstMaterial="matte"/>
    <dgm:txPr/>
    <dgm:style>
      <a:lnRef idx="0">
        <a:scrgbClr r="0" g="0" b="0"/>
      </a:lnRef>
      <a:fillRef idx="1">
        <a:scrgbClr r="0" g="0" b="0"/>
      </a:fillRef>
      <a:effectRef idx="0">
        <a:scrgbClr r="0" g="0" b="0"/>
      </a:effectRef>
      <a:fontRef idx="minor">
        <a:schemeClr val="lt1"/>
      </a:fontRef>
    </dgm:style>
  </dgm:styleLbl>
  <dgm:styleLbl name="trBgShp">
    <dgm:scene3d>
      <a:camera prst="orthographicFront"/>
      <a:lightRig rig="threePt" dir="t"/>
    </dgm:scene3d>
    <dgm:sp3d z="-22735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prstMaterial="matte"/>
    <dgm:txPr/>
    <dgm:style>
      <a:lnRef idx="0">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sp3d/>
    <dgm:txPr>
      <a:sp3d extrusionH="28000" prstMaterial="matte"/>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3d4">
  <dgm:title val=""/>
  <dgm:desc val=""/>
  <dgm:catLst>
    <dgm:cat type="3D" pri="11400"/>
  </dgm:catLst>
  <dgm:scene3d>
    <a:camera prst="orthographicFront"/>
    <a:lightRig rig="threePt" dir="t"/>
  </dgm:scene3d>
  <dgm:styleLbl name="node0">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venn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lightRig rig="chilly" dir="t"/>
    </dgm:scene3d>
    <dgm:sp3d prstMaterial="translucentPowder">
      <a:bevelT w="127000" h="25400" prst="softRound"/>
    </dgm:sp3d>
    <dgm:txPr/>
    <dgm:style>
      <a:lnRef idx="1">
        <a:scrgbClr r="0" g="0" b="0"/>
      </a:lnRef>
      <a:fillRef idx="1">
        <a:scrgbClr r="0" g="0" b="0"/>
      </a:fillRef>
      <a:effectRef idx="0">
        <a:scrgbClr r="0" g="0" b="0"/>
      </a:effectRef>
      <a:fontRef idx="minor">
        <a:schemeClr val="lt1"/>
      </a:fontRef>
    </dgm:style>
  </dgm:styleLbl>
  <dgm:styleLbl name="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2">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3">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4">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fgImgPlace1">
    <dgm:scene3d>
      <a:camera prst="orthographicFront"/>
      <a:lightRig rig="chilly" dir="t"/>
    </dgm:scene3d>
    <dgm:sp3d z="12700" extrusionH="12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alignImgPlac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bgImgPlace1">
    <dgm:scene3d>
      <a:camera prst="orthographicFront"/>
      <a:lightRig rig="chilly" dir="t"/>
    </dgm:scene3d>
    <dgm:sp3d z="-257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chilly" dir="t"/>
    </dgm:scene3d>
    <dgm:sp3d z="-70000" extrusionH="1700" prstMaterial="translucentPowder">
      <a:bevelT w="25400" h="6350" prst="softRound"/>
      <a:bevelB w="0" h="0" prst="convex"/>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bgSibTrans2D1">
    <dgm:scene3d>
      <a:camera prst="orthographicFront"/>
      <a:lightRig rig="chilly" dir="t"/>
    </dgm:scene3d>
    <dgm:sp3d z="-25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sibTrans1D1">
    <dgm:scene3d>
      <a:camera prst="orthographicFront"/>
      <a:lightRig rig="chilly"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chilly"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2">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3">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parChTrans2D1">
    <dgm:scene3d>
      <a:camera prst="orthographicFront"/>
      <a:lightRig rig="chilly" dir="t"/>
    </dgm:scene3d>
    <dgm:sp3d z="1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2">
    <dgm:scene3d>
      <a:camera prst="orthographicFront"/>
      <a:lightRig rig="chilly" dir="t"/>
    </dgm:scene3d>
    <dgm:sp3d z="1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3">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4">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1D1">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con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alignAcc1">
    <dgm:scene3d>
      <a:camera prst="orthographicFront"/>
      <a:lightRig rig="chilly" dir="t"/>
    </dgm:scene3d>
    <dgm:sp3d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trAlignAcc1">
    <dgm:scene3d>
      <a:camera prst="orthographicFront"/>
      <a:lightRig rig="chilly" dir="t"/>
    </dgm:scene3d>
    <dgm:sp3d prstMaterial="dkEdge">
      <a:bevelT w="127000" h="25400"/>
    </dgm:sp3d>
    <dgm:txPr/>
    <dgm:style>
      <a:lnRef idx="1">
        <a:scrgbClr r="0" g="0" b="0"/>
      </a:lnRef>
      <a:fillRef idx="1">
        <a:scrgbClr r="0" g="0" b="0"/>
      </a:fillRef>
      <a:effectRef idx="0">
        <a:scrgbClr r="0" g="0" b="0"/>
      </a:effectRef>
      <a:fontRef idx="minor">
        <a:schemeClr val="lt1"/>
      </a:fontRef>
    </dgm:style>
  </dgm:styleLbl>
  <dgm:styleLbl name="b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AlignAcc1">
    <dgm:scene3d>
      <a:camera prst="orthographicFront"/>
      <a:lightRig rig="chilly" dir="t"/>
    </dgm:scene3d>
    <dgm:sp3d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B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FollowNode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chilly" dir="t"/>
    </dgm:scene3d>
    <dgm:sp3d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bgAccFollowNode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0">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2">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3">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4">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bgShp">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dkBgShp">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trBgShp">
    <dgm:scene3d>
      <a:camera prst="orthographicFront"/>
      <a:lightRig rig="chilly"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77E74C7-CECD-4A86-8154-FB8D5A49E402}" type="datetimeFigureOut">
              <a:rPr lang="en-US" smtClean="0"/>
              <a:t>28-Dec-16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52E3320-FF6A-4478-88D2-ED9D0875C770}" type="slidenum">
              <a:rPr lang="en-US" smtClean="0"/>
              <a:t>‹#›</a:t>
            </a:fld>
            <a:endParaRPr lang="en-US"/>
          </a:p>
        </p:txBody>
      </p:sp>
    </p:spTree>
    <p:extLst>
      <p:ext uri="{BB962C8B-B14F-4D97-AF65-F5344CB8AC3E}">
        <p14:creationId xmlns:p14="http://schemas.microsoft.com/office/powerpoint/2010/main" val="30573403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8641BD78-8323-4116-B32C-189A649641AE}" type="slidenum">
              <a:rPr lang="en-US" smtClean="0"/>
              <a:t>2</a:t>
            </a:fld>
            <a:endParaRPr lang="en-US"/>
          </a:p>
        </p:txBody>
      </p:sp>
    </p:spTree>
    <p:extLst>
      <p:ext uri="{BB962C8B-B14F-4D97-AF65-F5344CB8AC3E}">
        <p14:creationId xmlns:p14="http://schemas.microsoft.com/office/powerpoint/2010/main" val="277114206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77875" y="1200150"/>
            <a:ext cx="5759450" cy="3240088"/>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641BD78-8323-4116-B32C-189A649641AE}" type="slidenum">
              <a:rPr lang="en-US" smtClean="0"/>
              <a:t>5</a:t>
            </a:fld>
            <a:endParaRPr lang="en-US"/>
          </a:p>
        </p:txBody>
      </p:sp>
    </p:spTree>
    <p:extLst>
      <p:ext uri="{BB962C8B-B14F-4D97-AF65-F5344CB8AC3E}">
        <p14:creationId xmlns:p14="http://schemas.microsoft.com/office/powerpoint/2010/main" val="19790056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77875" y="1200150"/>
            <a:ext cx="5759450" cy="3240088"/>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8641BD78-8323-4116-B32C-189A649641AE}" type="slidenum">
              <a:rPr lang="en-US" smtClean="0"/>
              <a:t>6</a:t>
            </a:fld>
            <a:endParaRPr lang="en-US"/>
          </a:p>
        </p:txBody>
      </p:sp>
    </p:spTree>
    <p:extLst>
      <p:ext uri="{BB962C8B-B14F-4D97-AF65-F5344CB8AC3E}">
        <p14:creationId xmlns:p14="http://schemas.microsoft.com/office/powerpoint/2010/main" val="255404359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77875" y="1200150"/>
            <a:ext cx="5759450" cy="3240088"/>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8641BD78-8323-4116-B32C-189A649641AE}" type="slidenum">
              <a:rPr lang="en-US" smtClean="0"/>
              <a:t>7</a:t>
            </a:fld>
            <a:endParaRPr lang="en-US"/>
          </a:p>
        </p:txBody>
      </p:sp>
    </p:spTree>
    <p:extLst>
      <p:ext uri="{BB962C8B-B14F-4D97-AF65-F5344CB8AC3E}">
        <p14:creationId xmlns:p14="http://schemas.microsoft.com/office/powerpoint/2010/main" val="293851795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77875" y="1200150"/>
            <a:ext cx="5759450" cy="3240088"/>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8641BD78-8323-4116-B32C-189A649641AE}" type="slidenum">
              <a:rPr lang="en-US" smtClean="0"/>
              <a:t>8</a:t>
            </a:fld>
            <a:endParaRPr lang="en-US"/>
          </a:p>
        </p:txBody>
      </p:sp>
    </p:spTree>
    <p:extLst>
      <p:ext uri="{BB962C8B-B14F-4D97-AF65-F5344CB8AC3E}">
        <p14:creationId xmlns:p14="http://schemas.microsoft.com/office/powerpoint/2010/main" val="77678642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77875" y="1200150"/>
            <a:ext cx="5759450" cy="3240088"/>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8641BD78-8323-4116-B32C-189A649641AE}" type="slidenum">
              <a:rPr lang="en-US" smtClean="0"/>
              <a:t>9</a:t>
            </a:fld>
            <a:endParaRPr lang="en-US"/>
          </a:p>
        </p:txBody>
      </p:sp>
    </p:spTree>
    <p:extLst>
      <p:ext uri="{BB962C8B-B14F-4D97-AF65-F5344CB8AC3E}">
        <p14:creationId xmlns:p14="http://schemas.microsoft.com/office/powerpoint/2010/main" val="371013489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77875" y="1200150"/>
            <a:ext cx="5759450" cy="3240088"/>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8641BD78-8323-4116-B32C-189A649641AE}" type="slidenum">
              <a:rPr lang="en-US" smtClean="0"/>
              <a:t>10</a:t>
            </a:fld>
            <a:endParaRPr lang="en-US"/>
          </a:p>
        </p:txBody>
      </p:sp>
    </p:spTree>
    <p:extLst>
      <p:ext uri="{BB962C8B-B14F-4D97-AF65-F5344CB8AC3E}">
        <p14:creationId xmlns:p14="http://schemas.microsoft.com/office/powerpoint/2010/main" val="190829251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77875" y="1200150"/>
            <a:ext cx="5759450" cy="3240088"/>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8641BD78-8323-4116-B32C-189A649641AE}" type="slidenum">
              <a:rPr lang="en-US" smtClean="0"/>
              <a:t>11</a:t>
            </a:fld>
            <a:endParaRPr lang="en-US"/>
          </a:p>
        </p:txBody>
      </p:sp>
    </p:spTree>
    <p:extLst>
      <p:ext uri="{BB962C8B-B14F-4D97-AF65-F5344CB8AC3E}">
        <p14:creationId xmlns:p14="http://schemas.microsoft.com/office/powerpoint/2010/main" val="19788772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77875" y="1200150"/>
            <a:ext cx="5759450" cy="3240088"/>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8641BD78-8323-4116-B32C-189A649641AE}" type="slidenum">
              <a:rPr lang="en-US" smtClean="0"/>
              <a:t>12</a:t>
            </a:fld>
            <a:endParaRPr lang="en-US"/>
          </a:p>
        </p:txBody>
      </p:sp>
    </p:spTree>
    <p:extLst>
      <p:ext uri="{BB962C8B-B14F-4D97-AF65-F5344CB8AC3E}">
        <p14:creationId xmlns:p14="http://schemas.microsoft.com/office/powerpoint/2010/main" val="30693108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77875" y="1200150"/>
            <a:ext cx="5759450" cy="3240088"/>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641BD78-8323-4116-B32C-189A649641AE}" type="slidenum">
              <a:rPr lang="en-US" smtClean="0"/>
              <a:t>13</a:t>
            </a:fld>
            <a:endParaRPr lang="en-US"/>
          </a:p>
        </p:txBody>
      </p:sp>
    </p:spTree>
    <p:extLst>
      <p:ext uri="{BB962C8B-B14F-4D97-AF65-F5344CB8AC3E}">
        <p14:creationId xmlns:p14="http://schemas.microsoft.com/office/powerpoint/2010/main" val="119016857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77875" y="1200150"/>
            <a:ext cx="5759450" cy="3240088"/>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641BD78-8323-4116-B32C-189A649641AE}" type="slidenum">
              <a:rPr lang="en-US" smtClean="0"/>
              <a:t>14</a:t>
            </a:fld>
            <a:endParaRPr lang="en-US"/>
          </a:p>
        </p:txBody>
      </p:sp>
    </p:spTree>
    <p:extLst>
      <p:ext uri="{BB962C8B-B14F-4D97-AF65-F5344CB8AC3E}">
        <p14:creationId xmlns:p14="http://schemas.microsoft.com/office/powerpoint/2010/main" val="17590574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77875" y="1200150"/>
            <a:ext cx="5759450" cy="3240088"/>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641BD78-8323-4116-B32C-189A649641AE}" type="slidenum">
              <a:rPr lang="en-US" smtClean="0"/>
              <a:t>15</a:t>
            </a:fld>
            <a:endParaRPr lang="en-US"/>
          </a:p>
        </p:txBody>
      </p:sp>
    </p:spTree>
    <p:extLst>
      <p:ext uri="{BB962C8B-B14F-4D97-AF65-F5344CB8AC3E}">
        <p14:creationId xmlns:p14="http://schemas.microsoft.com/office/powerpoint/2010/main" val="235158068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77875" y="1200150"/>
            <a:ext cx="5759450" cy="3240088"/>
          </a:xfrm>
        </p:spPr>
      </p:sp>
      <p:sp>
        <p:nvSpPr>
          <p:cNvPr id="3" name="Notes Placeholder 2"/>
          <p:cNvSpPr>
            <a:spLocks noGrp="1"/>
          </p:cNvSpPr>
          <p:nvPr>
            <p:ph type="body" idx="1"/>
          </p:nvPr>
        </p:nvSpPr>
        <p:spPr/>
        <p:txBody>
          <a:bodyPr/>
          <a:lstStyle/>
          <a:p>
            <a:r>
              <a:rPr lang="en-US" dirty="0"/>
              <a:t>Because all .NET languages compile to IL it facilitates</a:t>
            </a:r>
            <a:r>
              <a:rPr lang="en-US" baseline="0" dirty="0"/>
              <a:t> interoperability.</a:t>
            </a:r>
            <a:endParaRPr lang="en-US" dirty="0"/>
          </a:p>
        </p:txBody>
      </p:sp>
      <p:sp>
        <p:nvSpPr>
          <p:cNvPr id="4" name="Slide Number Placeholder 3"/>
          <p:cNvSpPr>
            <a:spLocks noGrp="1"/>
          </p:cNvSpPr>
          <p:nvPr>
            <p:ph type="sldNum" sz="quarter" idx="10"/>
          </p:nvPr>
        </p:nvSpPr>
        <p:spPr/>
        <p:txBody>
          <a:bodyPr/>
          <a:lstStyle/>
          <a:p>
            <a:fld id="{8641BD78-8323-4116-B32C-189A649641AE}" type="slidenum">
              <a:rPr lang="en-US" smtClean="0"/>
              <a:t>16</a:t>
            </a:fld>
            <a:endParaRPr lang="en-US"/>
          </a:p>
        </p:txBody>
      </p:sp>
    </p:spTree>
    <p:extLst>
      <p:ext uri="{BB962C8B-B14F-4D97-AF65-F5344CB8AC3E}">
        <p14:creationId xmlns:p14="http://schemas.microsoft.com/office/powerpoint/2010/main" val="155675661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77875" y="1200150"/>
            <a:ext cx="5759450" cy="3240088"/>
          </a:xfrm>
        </p:spPr>
      </p:sp>
      <p:sp>
        <p:nvSpPr>
          <p:cNvPr id="3" name="Notes Placeholder 2"/>
          <p:cNvSpPr>
            <a:spLocks noGrp="1"/>
          </p:cNvSpPr>
          <p:nvPr>
            <p:ph type="body" idx="1"/>
          </p:nvPr>
        </p:nvSpPr>
        <p:spPr/>
        <p:txBody>
          <a:bodyPr/>
          <a:lstStyle/>
          <a:p>
            <a:r>
              <a:rPr lang="en-US" dirty="0"/>
              <a:t>Let students know this will be covered in detail in Chapter 2</a:t>
            </a:r>
          </a:p>
        </p:txBody>
      </p:sp>
      <p:sp>
        <p:nvSpPr>
          <p:cNvPr id="4" name="Slide Number Placeholder 3"/>
          <p:cNvSpPr>
            <a:spLocks noGrp="1"/>
          </p:cNvSpPr>
          <p:nvPr>
            <p:ph type="sldNum" sz="quarter" idx="10"/>
          </p:nvPr>
        </p:nvSpPr>
        <p:spPr/>
        <p:txBody>
          <a:bodyPr/>
          <a:lstStyle/>
          <a:p>
            <a:fld id="{8641BD78-8323-4116-B32C-189A649641AE}" type="slidenum">
              <a:rPr lang="en-US" smtClean="0"/>
              <a:t>17</a:t>
            </a:fld>
            <a:endParaRPr lang="en-US"/>
          </a:p>
        </p:txBody>
      </p:sp>
    </p:spTree>
    <p:extLst>
      <p:ext uri="{BB962C8B-B14F-4D97-AF65-F5344CB8AC3E}">
        <p14:creationId xmlns:p14="http://schemas.microsoft.com/office/powerpoint/2010/main" val="78290257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77875" y="1200150"/>
            <a:ext cx="5759450" cy="3240088"/>
          </a:xfrm>
        </p:spPr>
      </p:sp>
      <p:sp>
        <p:nvSpPr>
          <p:cNvPr id="3" name="Notes Placeholder 2"/>
          <p:cNvSpPr>
            <a:spLocks noGrp="1"/>
          </p:cNvSpPr>
          <p:nvPr>
            <p:ph type="body" idx="1"/>
          </p:nvPr>
        </p:nvSpPr>
        <p:spPr/>
        <p:txBody>
          <a:bodyPr/>
          <a:lstStyle/>
          <a:p>
            <a:r>
              <a:rPr lang="en-US" dirty="0"/>
              <a:t>Let students know Object</a:t>
            </a:r>
            <a:r>
              <a:rPr lang="en-US" baseline="0" dirty="0"/>
              <a:t> Oriented programming will be covered in changers 3 and 4</a:t>
            </a:r>
            <a:endParaRPr lang="en-US" dirty="0"/>
          </a:p>
        </p:txBody>
      </p:sp>
      <p:sp>
        <p:nvSpPr>
          <p:cNvPr id="4" name="Slide Number Placeholder 3"/>
          <p:cNvSpPr>
            <a:spLocks noGrp="1"/>
          </p:cNvSpPr>
          <p:nvPr>
            <p:ph type="sldNum" sz="quarter" idx="10"/>
          </p:nvPr>
        </p:nvSpPr>
        <p:spPr/>
        <p:txBody>
          <a:bodyPr/>
          <a:lstStyle/>
          <a:p>
            <a:fld id="{8641BD78-8323-4116-B32C-189A649641AE}" type="slidenum">
              <a:rPr lang="en-US" smtClean="0"/>
              <a:t>18</a:t>
            </a:fld>
            <a:endParaRPr lang="en-US"/>
          </a:p>
        </p:txBody>
      </p:sp>
    </p:spTree>
    <p:extLst>
      <p:ext uri="{BB962C8B-B14F-4D97-AF65-F5344CB8AC3E}">
        <p14:creationId xmlns:p14="http://schemas.microsoft.com/office/powerpoint/2010/main" val="128788924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77875" y="1200150"/>
            <a:ext cx="5759450" cy="3240088"/>
          </a:xfrm>
        </p:spPr>
      </p:sp>
      <p:sp>
        <p:nvSpPr>
          <p:cNvPr id="3" name="Notes Placeholder 2"/>
          <p:cNvSpPr>
            <a:spLocks noGrp="1"/>
          </p:cNvSpPr>
          <p:nvPr>
            <p:ph type="body" idx="1"/>
          </p:nvPr>
        </p:nvSpPr>
        <p:spPr/>
        <p:txBody>
          <a:bodyPr/>
          <a:lstStyle/>
          <a:p>
            <a:r>
              <a:rPr lang="en-US" dirty="0"/>
              <a:t>Emphasize that</a:t>
            </a:r>
            <a:r>
              <a:rPr lang="en-US" baseline="0" dirty="0"/>
              <a:t> these terms will be better understood later. For now realize that a key motivator to why .NET is built the way it is to improve interoperability.</a:t>
            </a:r>
            <a:endParaRPr lang="en-US" dirty="0"/>
          </a:p>
        </p:txBody>
      </p:sp>
      <p:sp>
        <p:nvSpPr>
          <p:cNvPr id="4" name="Slide Number Placeholder 3"/>
          <p:cNvSpPr>
            <a:spLocks noGrp="1"/>
          </p:cNvSpPr>
          <p:nvPr>
            <p:ph type="sldNum" sz="quarter" idx="10"/>
          </p:nvPr>
        </p:nvSpPr>
        <p:spPr/>
        <p:txBody>
          <a:bodyPr/>
          <a:lstStyle/>
          <a:p>
            <a:fld id="{8641BD78-8323-4116-B32C-189A649641AE}" type="slidenum">
              <a:rPr lang="en-US" smtClean="0"/>
              <a:t>19</a:t>
            </a:fld>
            <a:endParaRPr lang="en-US"/>
          </a:p>
        </p:txBody>
      </p:sp>
    </p:spTree>
    <p:extLst>
      <p:ext uri="{BB962C8B-B14F-4D97-AF65-F5344CB8AC3E}">
        <p14:creationId xmlns:p14="http://schemas.microsoft.com/office/powerpoint/2010/main" val="307324977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77875" y="1200150"/>
            <a:ext cx="5759450" cy="3240088"/>
          </a:xfrm>
        </p:spPr>
      </p:sp>
      <p:sp>
        <p:nvSpPr>
          <p:cNvPr id="3" name="Notes Placeholder 2"/>
          <p:cNvSpPr>
            <a:spLocks noGrp="1"/>
          </p:cNvSpPr>
          <p:nvPr>
            <p:ph type="body" idx="1"/>
          </p:nvPr>
        </p:nvSpPr>
        <p:spPr/>
        <p:txBody>
          <a:bodyPr/>
          <a:lstStyle/>
          <a:p>
            <a:r>
              <a:rPr lang="en-US" dirty="0"/>
              <a:t>Generally value types will be stored in</a:t>
            </a:r>
            <a:r>
              <a:rPr lang="en-US" baseline="0" dirty="0"/>
              <a:t> a place in memory called</a:t>
            </a:r>
            <a:r>
              <a:rPr lang="en-US" dirty="0"/>
              <a:t> the stack and reference types will be stored in a place in memory called the heap. We will</a:t>
            </a:r>
            <a:r>
              <a:rPr lang="en-US" baseline="0" dirty="0"/>
              <a:t> learn more about this in Chapter 2.</a:t>
            </a:r>
            <a:endParaRPr lang="en-US" dirty="0"/>
          </a:p>
        </p:txBody>
      </p:sp>
      <p:sp>
        <p:nvSpPr>
          <p:cNvPr id="4" name="Slide Number Placeholder 3"/>
          <p:cNvSpPr>
            <a:spLocks noGrp="1"/>
          </p:cNvSpPr>
          <p:nvPr>
            <p:ph type="sldNum" sz="quarter" idx="10"/>
          </p:nvPr>
        </p:nvSpPr>
        <p:spPr/>
        <p:txBody>
          <a:bodyPr/>
          <a:lstStyle/>
          <a:p>
            <a:fld id="{8641BD78-8323-4116-B32C-189A649641AE}" type="slidenum">
              <a:rPr lang="en-US" smtClean="0"/>
              <a:t>20</a:t>
            </a:fld>
            <a:endParaRPr lang="en-US"/>
          </a:p>
        </p:txBody>
      </p:sp>
    </p:spTree>
    <p:extLst>
      <p:ext uri="{BB962C8B-B14F-4D97-AF65-F5344CB8AC3E}">
        <p14:creationId xmlns:p14="http://schemas.microsoft.com/office/powerpoint/2010/main" val="317823393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77875" y="1200150"/>
            <a:ext cx="5759450" cy="3240088"/>
          </a:xfrm>
        </p:spPr>
      </p:sp>
      <p:sp>
        <p:nvSpPr>
          <p:cNvPr id="3" name="Notes Placeholder 2"/>
          <p:cNvSpPr>
            <a:spLocks noGrp="1"/>
          </p:cNvSpPr>
          <p:nvPr>
            <p:ph type="body" idx="1"/>
          </p:nvPr>
        </p:nvSpPr>
        <p:spPr/>
        <p:txBody>
          <a:bodyPr/>
          <a:lstStyle/>
          <a:p>
            <a:r>
              <a:rPr lang="en-US" dirty="0"/>
              <a:t>Strong</a:t>
            </a:r>
            <a:r>
              <a:rPr lang="en-US" baseline="0" dirty="0"/>
              <a:t> Data Typing means programmers have to be more rigorous about declaring variables and classes. While on the surface this may seem less convenient it leads to code that has fewer run-time errors because the compiler will detect problems earlier.</a:t>
            </a:r>
            <a:endParaRPr lang="en-US" dirty="0"/>
          </a:p>
        </p:txBody>
      </p:sp>
      <p:sp>
        <p:nvSpPr>
          <p:cNvPr id="4" name="Slide Number Placeholder 3"/>
          <p:cNvSpPr>
            <a:spLocks noGrp="1"/>
          </p:cNvSpPr>
          <p:nvPr>
            <p:ph type="sldNum" sz="quarter" idx="10"/>
          </p:nvPr>
        </p:nvSpPr>
        <p:spPr/>
        <p:txBody>
          <a:bodyPr/>
          <a:lstStyle/>
          <a:p>
            <a:fld id="{8641BD78-8323-4116-B32C-189A649641AE}" type="slidenum">
              <a:rPr lang="en-US" smtClean="0"/>
              <a:t>21</a:t>
            </a:fld>
            <a:endParaRPr lang="en-US"/>
          </a:p>
        </p:txBody>
      </p:sp>
    </p:spTree>
    <p:extLst>
      <p:ext uri="{BB962C8B-B14F-4D97-AF65-F5344CB8AC3E}">
        <p14:creationId xmlns:p14="http://schemas.microsoft.com/office/powerpoint/2010/main" val="233845912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77875" y="1200150"/>
            <a:ext cx="5759450" cy="3240088"/>
          </a:xfrm>
        </p:spPr>
      </p:sp>
      <p:sp>
        <p:nvSpPr>
          <p:cNvPr id="3" name="Notes Placeholder 2"/>
          <p:cNvSpPr>
            <a:spLocks noGrp="1"/>
          </p:cNvSpPr>
          <p:nvPr>
            <p:ph type="body" idx="1"/>
          </p:nvPr>
        </p:nvSpPr>
        <p:spPr/>
        <p:txBody>
          <a:bodyPr/>
          <a:lstStyle/>
          <a:p>
            <a:r>
              <a:rPr lang="en-US" dirty="0"/>
              <a:t>The</a:t>
            </a:r>
            <a:r>
              <a:rPr lang="en-US" baseline="0" dirty="0"/>
              <a:t> advantage of a strongly typed language is type safety which has the advantages presented on this slide.</a:t>
            </a:r>
            <a:endParaRPr lang="en-US" dirty="0"/>
          </a:p>
        </p:txBody>
      </p:sp>
      <p:sp>
        <p:nvSpPr>
          <p:cNvPr id="4" name="Slide Number Placeholder 3"/>
          <p:cNvSpPr>
            <a:spLocks noGrp="1"/>
          </p:cNvSpPr>
          <p:nvPr>
            <p:ph type="sldNum" sz="quarter" idx="10"/>
          </p:nvPr>
        </p:nvSpPr>
        <p:spPr/>
        <p:txBody>
          <a:bodyPr/>
          <a:lstStyle/>
          <a:p>
            <a:fld id="{8641BD78-8323-4116-B32C-189A649641AE}" type="slidenum">
              <a:rPr lang="en-US" smtClean="0"/>
              <a:t>22</a:t>
            </a:fld>
            <a:endParaRPr lang="en-US"/>
          </a:p>
        </p:txBody>
      </p:sp>
    </p:spTree>
    <p:extLst>
      <p:ext uri="{BB962C8B-B14F-4D97-AF65-F5344CB8AC3E}">
        <p14:creationId xmlns:p14="http://schemas.microsoft.com/office/powerpoint/2010/main" val="374317877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77875" y="1200150"/>
            <a:ext cx="5759450" cy="3240088"/>
          </a:xfrm>
        </p:spPr>
      </p:sp>
      <p:sp>
        <p:nvSpPr>
          <p:cNvPr id="3" name="Notes Placeholder 2"/>
          <p:cNvSpPr>
            <a:spLocks noGrp="1"/>
          </p:cNvSpPr>
          <p:nvPr>
            <p:ph type="body" idx="1"/>
          </p:nvPr>
        </p:nvSpPr>
        <p:spPr/>
        <p:txBody>
          <a:bodyPr/>
          <a:lstStyle/>
          <a:p>
            <a:pPr defTabSz="966570">
              <a:defRPr/>
            </a:pPr>
            <a:r>
              <a:rPr lang="en-US" dirty="0"/>
              <a:t>If both languages force programmers to declare variable types and if those types are defined in the CTS both languages can reference each other’s variables.</a:t>
            </a:r>
          </a:p>
          <a:p>
            <a:endParaRPr lang="en-US" dirty="0"/>
          </a:p>
        </p:txBody>
      </p:sp>
      <p:sp>
        <p:nvSpPr>
          <p:cNvPr id="4" name="Slide Number Placeholder 3"/>
          <p:cNvSpPr>
            <a:spLocks noGrp="1"/>
          </p:cNvSpPr>
          <p:nvPr>
            <p:ph type="sldNum" sz="quarter" idx="10"/>
          </p:nvPr>
        </p:nvSpPr>
        <p:spPr/>
        <p:txBody>
          <a:bodyPr/>
          <a:lstStyle/>
          <a:p>
            <a:fld id="{8641BD78-8323-4116-B32C-189A649641AE}" type="slidenum">
              <a:rPr lang="en-US" smtClean="0"/>
              <a:t>23</a:t>
            </a:fld>
            <a:endParaRPr lang="en-US"/>
          </a:p>
        </p:txBody>
      </p:sp>
    </p:spTree>
    <p:extLst>
      <p:ext uri="{BB962C8B-B14F-4D97-AF65-F5344CB8AC3E}">
        <p14:creationId xmlns:p14="http://schemas.microsoft.com/office/powerpoint/2010/main" val="13895821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77875" y="1200150"/>
            <a:ext cx="5759450" cy="3240088"/>
          </a:xfrm>
        </p:spPr>
      </p:sp>
      <p:sp>
        <p:nvSpPr>
          <p:cNvPr id="3" name="Notes Placeholder 2"/>
          <p:cNvSpPr>
            <a:spLocks noGrp="1"/>
          </p:cNvSpPr>
          <p:nvPr>
            <p:ph type="body" idx="1"/>
          </p:nvPr>
        </p:nvSpPr>
        <p:spPr/>
        <p:txBody>
          <a:bodyPr/>
          <a:lstStyle/>
          <a:p>
            <a:r>
              <a:rPr lang="en-US" dirty="0"/>
              <a:t>All</a:t>
            </a:r>
            <a:r>
              <a:rPr lang="en-US" baseline="0" dirty="0"/>
              <a:t> types in .NET relate through an Inheritance tree. There are actually more types in this tree than depicted here. Chapter 3 covers all the various types.</a:t>
            </a:r>
            <a:endParaRPr lang="en-US" dirty="0"/>
          </a:p>
        </p:txBody>
      </p:sp>
      <p:sp>
        <p:nvSpPr>
          <p:cNvPr id="4" name="Slide Number Placeholder 3"/>
          <p:cNvSpPr>
            <a:spLocks noGrp="1"/>
          </p:cNvSpPr>
          <p:nvPr>
            <p:ph type="sldNum" sz="quarter" idx="10"/>
          </p:nvPr>
        </p:nvSpPr>
        <p:spPr/>
        <p:txBody>
          <a:bodyPr/>
          <a:lstStyle/>
          <a:p>
            <a:fld id="{8641BD78-8323-4116-B32C-189A649641AE}" type="slidenum">
              <a:rPr lang="en-US" smtClean="0"/>
              <a:t>24</a:t>
            </a:fld>
            <a:endParaRPr lang="en-US"/>
          </a:p>
        </p:txBody>
      </p:sp>
    </p:spTree>
    <p:extLst>
      <p:ext uri="{BB962C8B-B14F-4D97-AF65-F5344CB8AC3E}">
        <p14:creationId xmlns:p14="http://schemas.microsoft.com/office/powerpoint/2010/main" val="135575870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77875" y="1200150"/>
            <a:ext cx="5759450" cy="3240088"/>
          </a:xfrm>
        </p:spPr>
      </p:sp>
      <p:sp>
        <p:nvSpPr>
          <p:cNvPr id="3" name="Notes Placeholder 2"/>
          <p:cNvSpPr>
            <a:spLocks noGrp="1"/>
          </p:cNvSpPr>
          <p:nvPr>
            <p:ph type="body" idx="1"/>
          </p:nvPr>
        </p:nvSpPr>
        <p:spPr/>
        <p:txBody>
          <a:bodyPr/>
          <a:lstStyle/>
          <a:p>
            <a:r>
              <a:rPr lang="en-US" dirty="0"/>
              <a:t>CLS is the set of standards a compiler</a:t>
            </a:r>
            <a:r>
              <a:rPr lang="en-US" baseline="0" dirty="0"/>
              <a:t> must implement to be a .NET language.</a:t>
            </a:r>
            <a:endParaRPr lang="en-US" dirty="0"/>
          </a:p>
          <a:p>
            <a:endParaRPr lang="en-US" dirty="0"/>
          </a:p>
          <a:p>
            <a:r>
              <a:rPr lang="en-US" dirty="0"/>
              <a:t>Side Note: You can mart your assemblies or types as CLS-compliant by applying the [</a:t>
            </a:r>
            <a:r>
              <a:rPr lang="en-US" dirty="0" err="1"/>
              <a:t>CLSCompliant</a:t>
            </a:r>
            <a:r>
              <a:rPr lang="en-US" dirty="0"/>
              <a:t>] attribute. </a:t>
            </a:r>
          </a:p>
          <a:p>
            <a:r>
              <a:rPr lang="en-US" dirty="0"/>
              <a:t>Compiler will then display error if it is not so.</a:t>
            </a:r>
          </a:p>
          <a:p>
            <a:endParaRPr lang="en-US" dirty="0"/>
          </a:p>
        </p:txBody>
      </p:sp>
      <p:sp>
        <p:nvSpPr>
          <p:cNvPr id="4" name="Slide Number Placeholder 3"/>
          <p:cNvSpPr>
            <a:spLocks noGrp="1"/>
          </p:cNvSpPr>
          <p:nvPr>
            <p:ph type="sldNum" sz="quarter" idx="10"/>
          </p:nvPr>
        </p:nvSpPr>
        <p:spPr/>
        <p:txBody>
          <a:bodyPr/>
          <a:lstStyle/>
          <a:p>
            <a:fld id="{8641BD78-8323-4116-B32C-189A649641AE}" type="slidenum">
              <a:rPr lang="en-US" smtClean="0"/>
              <a:t>25</a:t>
            </a:fld>
            <a:endParaRPr lang="en-US"/>
          </a:p>
        </p:txBody>
      </p:sp>
    </p:spTree>
    <p:extLst>
      <p:ext uri="{BB962C8B-B14F-4D97-AF65-F5344CB8AC3E}">
        <p14:creationId xmlns:p14="http://schemas.microsoft.com/office/powerpoint/2010/main" val="107642125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77875" y="1200150"/>
            <a:ext cx="5759450" cy="3240088"/>
          </a:xfrm>
        </p:spPr>
      </p:sp>
      <p:sp>
        <p:nvSpPr>
          <p:cNvPr id="3" name="Notes Placeholder 2"/>
          <p:cNvSpPr>
            <a:spLocks noGrp="1"/>
          </p:cNvSpPr>
          <p:nvPr>
            <p:ph type="body" idx="1"/>
          </p:nvPr>
        </p:nvSpPr>
        <p:spPr/>
        <p:txBody>
          <a:bodyPr/>
          <a:lstStyle/>
          <a:p>
            <a:r>
              <a:rPr lang="en-US" dirty="0"/>
              <a:t>Languages</a:t>
            </a:r>
            <a:r>
              <a:rPr lang="en-US" baseline="0" dirty="0"/>
              <a:t> without garbage collection force the developer to write code to do it manually or make objects maintain reference counts.</a:t>
            </a:r>
            <a:endParaRPr lang="en-US" dirty="0"/>
          </a:p>
          <a:p>
            <a:r>
              <a:rPr lang="en-US" dirty="0"/>
              <a:t>If not done properly this can lead to memory leaks.</a:t>
            </a:r>
          </a:p>
          <a:p>
            <a:r>
              <a:rPr lang="en-US" dirty="0"/>
              <a:t>IL has been designed</a:t>
            </a:r>
            <a:r>
              <a:rPr lang="en-US" baseline="0" dirty="0"/>
              <a:t> to support garbage collection. </a:t>
            </a:r>
          </a:p>
          <a:p>
            <a:r>
              <a:rPr lang="en-US" baseline="0" dirty="0"/>
              <a:t>C# implements automatic garbage collection.</a:t>
            </a:r>
          </a:p>
          <a:p>
            <a:r>
              <a:rPr lang="en-US" baseline="0" dirty="0"/>
              <a:t>Although manual garbage collection may present potential performance advantages, in practice, the potential bugs are worse than the potential marginal gain in performance.</a:t>
            </a:r>
          </a:p>
          <a:p>
            <a:endParaRPr lang="en-US" baseline="0" dirty="0"/>
          </a:p>
          <a:p>
            <a:r>
              <a:rPr lang="en-US" baseline="0" dirty="0"/>
              <a:t>Garbage collection is not deterministic means you don’t know when it will run.</a:t>
            </a:r>
          </a:p>
          <a:p>
            <a:r>
              <a:rPr lang="en-US" baseline="0" dirty="0"/>
              <a:t>C# has commands that you can use to force garbage collection execution but in general this will normally be less performant than letting it figure our when to run on it’s own.</a:t>
            </a:r>
          </a:p>
          <a:p>
            <a:endParaRPr lang="en-US" dirty="0"/>
          </a:p>
          <a:p>
            <a:r>
              <a:rPr lang="en-US" dirty="0"/>
              <a:t>Chapter 14</a:t>
            </a:r>
            <a:r>
              <a:rPr lang="en-US" baseline="0" dirty="0"/>
              <a:t> “Memory Management and Pointers” will cover this in more </a:t>
            </a:r>
            <a:r>
              <a:rPr lang="en-US" baseline="0" dirty="0" err="1"/>
              <a:t>detal</a:t>
            </a:r>
            <a:r>
              <a:rPr lang="en-US" baseline="0" dirty="0"/>
              <a:t>.</a:t>
            </a:r>
            <a:endParaRPr lang="en-US" dirty="0"/>
          </a:p>
        </p:txBody>
      </p:sp>
      <p:sp>
        <p:nvSpPr>
          <p:cNvPr id="4" name="Slide Number Placeholder 3"/>
          <p:cNvSpPr>
            <a:spLocks noGrp="1"/>
          </p:cNvSpPr>
          <p:nvPr>
            <p:ph type="sldNum" sz="quarter" idx="10"/>
          </p:nvPr>
        </p:nvSpPr>
        <p:spPr/>
        <p:txBody>
          <a:bodyPr/>
          <a:lstStyle/>
          <a:p>
            <a:fld id="{8641BD78-8323-4116-B32C-189A649641AE}" type="slidenum">
              <a:rPr lang="en-US" smtClean="0"/>
              <a:t>26</a:t>
            </a:fld>
            <a:endParaRPr lang="en-US"/>
          </a:p>
        </p:txBody>
      </p:sp>
    </p:spTree>
    <p:extLst>
      <p:ext uri="{BB962C8B-B14F-4D97-AF65-F5344CB8AC3E}">
        <p14:creationId xmlns:p14="http://schemas.microsoft.com/office/powerpoint/2010/main" val="190877353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77875" y="1200150"/>
            <a:ext cx="5759450" cy="3240088"/>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8641BD78-8323-4116-B32C-189A649641AE}" type="slidenum">
              <a:rPr lang="en-US" smtClean="0"/>
              <a:t>31</a:t>
            </a:fld>
            <a:endParaRPr lang="en-US"/>
          </a:p>
        </p:txBody>
      </p:sp>
    </p:spTree>
    <p:extLst>
      <p:ext uri="{BB962C8B-B14F-4D97-AF65-F5344CB8AC3E}">
        <p14:creationId xmlns:p14="http://schemas.microsoft.com/office/powerpoint/2010/main" val="238116503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77875" y="1200150"/>
            <a:ext cx="5759450" cy="3240088"/>
          </a:xfrm>
        </p:spPr>
      </p:sp>
      <p:sp>
        <p:nvSpPr>
          <p:cNvPr id="3" name="Notes Placeholder 2"/>
          <p:cNvSpPr>
            <a:spLocks noGrp="1"/>
          </p:cNvSpPr>
          <p:nvPr>
            <p:ph type="body" idx="1"/>
          </p:nvPr>
        </p:nvSpPr>
        <p:spPr/>
        <p:txBody>
          <a:bodyPr/>
          <a:lstStyle/>
          <a:p>
            <a:r>
              <a:rPr lang="en-US" dirty="0"/>
              <a:t>Assemblies will be covered in Chapter 19 “Assemblies”</a:t>
            </a:r>
          </a:p>
        </p:txBody>
      </p:sp>
      <p:sp>
        <p:nvSpPr>
          <p:cNvPr id="4" name="Slide Number Placeholder 3"/>
          <p:cNvSpPr>
            <a:spLocks noGrp="1"/>
          </p:cNvSpPr>
          <p:nvPr>
            <p:ph type="sldNum" sz="quarter" idx="10"/>
          </p:nvPr>
        </p:nvSpPr>
        <p:spPr/>
        <p:txBody>
          <a:bodyPr/>
          <a:lstStyle/>
          <a:p>
            <a:fld id="{8641BD78-8323-4116-B32C-189A649641AE}" type="slidenum">
              <a:rPr lang="en-US" smtClean="0"/>
              <a:t>32</a:t>
            </a:fld>
            <a:endParaRPr lang="en-US"/>
          </a:p>
        </p:txBody>
      </p:sp>
    </p:spTree>
    <p:extLst>
      <p:ext uri="{BB962C8B-B14F-4D97-AF65-F5344CB8AC3E}">
        <p14:creationId xmlns:p14="http://schemas.microsoft.com/office/powerpoint/2010/main" val="67989532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77875" y="1200150"/>
            <a:ext cx="5759450" cy="3240088"/>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8641BD78-8323-4116-B32C-189A649641AE}" type="slidenum">
              <a:rPr lang="en-US" smtClean="0"/>
              <a:t>34</a:t>
            </a:fld>
            <a:endParaRPr lang="en-US"/>
          </a:p>
        </p:txBody>
      </p:sp>
    </p:spTree>
    <p:extLst>
      <p:ext uri="{BB962C8B-B14F-4D97-AF65-F5344CB8AC3E}">
        <p14:creationId xmlns:p14="http://schemas.microsoft.com/office/powerpoint/2010/main" val="311802549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77875" y="1200150"/>
            <a:ext cx="5759450" cy="3240088"/>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8641BD78-8323-4116-B32C-189A649641AE}" type="slidenum">
              <a:rPr lang="en-US" smtClean="0"/>
              <a:t>35</a:t>
            </a:fld>
            <a:endParaRPr lang="en-US"/>
          </a:p>
        </p:txBody>
      </p:sp>
    </p:spTree>
    <p:extLst>
      <p:ext uri="{BB962C8B-B14F-4D97-AF65-F5344CB8AC3E}">
        <p14:creationId xmlns:p14="http://schemas.microsoft.com/office/powerpoint/2010/main" val="271176807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8641BD78-8323-4116-B32C-189A649641AE}" type="slidenum">
              <a:rPr lang="en-US" smtClean="0"/>
              <a:t>36</a:t>
            </a:fld>
            <a:endParaRPr lang="en-US"/>
          </a:p>
        </p:txBody>
      </p:sp>
    </p:spTree>
    <p:extLst>
      <p:ext uri="{BB962C8B-B14F-4D97-AF65-F5344CB8AC3E}">
        <p14:creationId xmlns:p14="http://schemas.microsoft.com/office/powerpoint/2010/main" val="33593270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2.xml"/><Relationship Id="rId1" Type="http://schemas.openxmlformats.org/officeDocument/2006/relationships/tags" Target="../tags/tag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hyperlink" Target="http://www.socrative.com/" TargetMode="External"/><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hyperlink" Target="http://www.socrative.com/" TargetMode="External"/><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1447803"/>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4038600"/>
            <a:ext cx="8534400" cy="1752600"/>
          </a:xfrm>
        </p:spPr>
        <p:txBody>
          <a:bodyPr/>
          <a:lstStyle>
            <a:lvl1pPr marL="0" indent="0" algn="ctr">
              <a:buNone/>
              <a:defRPr/>
            </a:lvl1pPr>
            <a:lvl2pPr marL="342900" indent="0" algn="ctr">
              <a:buNone/>
              <a:defRPr/>
            </a:lvl2pPr>
            <a:lvl3pPr marL="685800" indent="0" algn="ctr">
              <a:buNone/>
              <a:defRPr/>
            </a:lvl3pPr>
            <a:lvl4pPr marL="1028700" indent="0" algn="ctr">
              <a:buNone/>
              <a:defRPr/>
            </a:lvl4pPr>
            <a:lvl5pPr marL="1371600" indent="0" algn="ctr">
              <a:buNone/>
              <a:defRPr/>
            </a:lvl5pPr>
            <a:lvl6pPr marL="1714500" indent="0" algn="ctr">
              <a:buNone/>
              <a:defRPr/>
            </a:lvl6pPr>
            <a:lvl7pPr marL="2057400" indent="0" algn="ctr">
              <a:buNone/>
              <a:defRPr/>
            </a:lvl7pPr>
            <a:lvl8pPr marL="2400300" indent="0" algn="ctr">
              <a:buNone/>
              <a:defRPr/>
            </a:lvl8pPr>
            <a:lvl9pPr marL="2743200" indent="0" algn="ctr">
              <a:buNone/>
              <a:defRPr/>
            </a:lvl9pPr>
          </a:lstStyle>
          <a:p>
            <a:r>
              <a:rPr lang="en-US"/>
              <a:t>Click to edit Master subtitle style</a:t>
            </a:r>
          </a:p>
        </p:txBody>
      </p:sp>
      <p:sp>
        <p:nvSpPr>
          <p:cNvPr id="4" name="Rectangle 4"/>
          <p:cNvSpPr>
            <a:spLocks noGrp="1" noChangeArrowheads="1"/>
          </p:cNvSpPr>
          <p:nvPr>
            <p:ph type="dt" sz="half" idx="10"/>
          </p:nvPr>
        </p:nvSpPr>
        <p:spPr>
          <a:xfrm>
            <a:off x="609600" y="6245225"/>
            <a:ext cx="2844800" cy="476250"/>
          </a:xfrm>
          <a:prstGeom prst="rect">
            <a:avLst/>
          </a:prstGeom>
        </p:spPr>
        <p:txBody>
          <a:bodyPr/>
          <a:lstStyle>
            <a:lvl1pPr>
              <a:defRPr/>
            </a:lvl1pPr>
          </a:lstStyle>
          <a:p>
            <a:fld id="{760D0765-55E8-4909-ADBD-5B947302B82B}" type="datetimeFigureOut">
              <a:rPr lang="en-US" smtClean="0"/>
              <a:t>28-Dec-16</a:t>
            </a:fld>
            <a:endParaRPr lang="en-US" dirty="0"/>
          </a:p>
        </p:txBody>
      </p:sp>
      <p:sp>
        <p:nvSpPr>
          <p:cNvPr id="5" name="Rectangle 5"/>
          <p:cNvSpPr>
            <a:spLocks noGrp="1" noChangeArrowheads="1"/>
          </p:cNvSpPr>
          <p:nvPr>
            <p:ph type="ftr" sz="quarter" idx="11"/>
          </p:nvPr>
        </p:nvSpPr>
        <p:spPr>
          <a:xfrm>
            <a:off x="4165600" y="6245225"/>
            <a:ext cx="3860800" cy="476250"/>
          </a:xfrm>
          <a:prstGeom prst="rect">
            <a:avLst/>
          </a:prstGeom>
        </p:spPr>
        <p:txBody>
          <a:bodyPr/>
          <a:lstStyle>
            <a:lvl1pPr>
              <a:defRPr/>
            </a:lvl1pPr>
          </a:lstStyle>
          <a:p>
            <a:endParaRPr lang="en-US" dirty="0"/>
          </a:p>
        </p:txBody>
      </p:sp>
      <p:pic>
        <p:nvPicPr>
          <p:cNvPr id="6" name="Picture 5" descr="CNM logo_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68800" y="3"/>
            <a:ext cx="3403600" cy="12668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extLst>
      <p:ext uri="{BB962C8B-B14F-4D97-AF65-F5344CB8AC3E}">
        <p14:creationId xmlns:p14="http://schemas.microsoft.com/office/powerpoint/2010/main" val="3649965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noFill/>
          <a:ln>
            <a:noFill/>
          </a:ln>
        </p:spPr>
        <p:txBody>
          <a:bodyPr vert="horz" wrap="square" lIns="91440" tIns="45720" rIns="91440" bIns="45720" numCol="1" anchor="ctr" anchorCtr="0" compatLnSpc="1">
            <a:prstTxWarp prst="textNoShape">
              <a:avLst/>
            </a:prstTxWarp>
          </a:bodyPr>
          <a:lstStyle>
            <a:lvl1pPr>
              <a:defRPr lang="en-US"/>
            </a:lvl1pPr>
          </a:lstStyle>
          <a:p>
            <a:pPr lvl="0"/>
            <a:r>
              <a:rPr lang="en-US"/>
              <a:t>Click to edit Master title style</a:t>
            </a:r>
            <a:endParaRPr lang="en-US" dirty="0"/>
          </a:p>
        </p:txBody>
      </p:sp>
      <p:sp>
        <p:nvSpPr>
          <p:cNvPr id="3" name="Content Placeholder 2"/>
          <p:cNvSpPr>
            <a:spLocks noGrp="1"/>
          </p:cNvSpPr>
          <p:nvPr>
            <p:ph idx="1"/>
          </p:nvPr>
        </p:nvSpPr>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Rectangle 4"/>
          <p:cNvSpPr>
            <a:spLocks noGrp="1" noChangeArrowheads="1"/>
          </p:cNvSpPr>
          <p:nvPr>
            <p:ph type="dt" sz="half" idx="10"/>
          </p:nvPr>
        </p:nvSpPr>
        <p:spPr>
          <a:xfrm>
            <a:off x="609600" y="6245225"/>
            <a:ext cx="2844800" cy="476250"/>
          </a:xfrm>
          <a:prstGeom prst="rect">
            <a:avLst/>
          </a:prstGeom>
        </p:spPr>
        <p:txBody>
          <a:bodyPr/>
          <a:lstStyle>
            <a:lvl1pPr>
              <a:defRPr/>
            </a:lvl1pPr>
          </a:lstStyle>
          <a:p>
            <a:fld id="{760D0765-55E8-4909-ADBD-5B947302B82B}" type="datetimeFigureOut">
              <a:rPr lang="en-US" smtClean="0"/>
              <a:t>28-Dec-16</a:t>
            </a:fld>
            <a:endParaRPr lang="en-US" dirty="0"/>
          </a:p>
        </p:txBody>
      </p:sp>
      <p:sp>
        <p:nvSpPr>
          <p:cNvPr id="5" name="Rectangle 5"/>
          <p:cNvSpPr>
            <a:spLocks noGrp="1" noChangeArrowheads="1"/>
          </p:cNvSpPr>
          <p:nvPr>
            <p:ph type="ftr" sz="quarter" idx="11"/>
          </p:nvPr>
        </p:nvSpPr>
        <p:spPr>
          <a:xfrm>
            <a:off x="4165600" y="6245225"/>
            <a:ext cx="3860800" cy="476250"/>
          </a:xfrm>
          <a:prstGeom prst="rect">
            <a:avLst/>
          </a:prstGeom>
        </p:spPr>
        <p:txBody>
          <a:bodyPr/>
          <a:lstStyle>
            <a:lvl1pPr>
              <a:defRPr/>
            </a:lvl1pPr>
          </a:lstStyle>
          <a:p>
            <a:endParaRPr lang="en-US" dirty="0"/>
          </a:p>
        </p:txBody>
      </p:sp>
      <p:sp>
        <p:nvSpPr>
          <p:cNvPr id="6" name="Rectangle 6"/>
          <p:cNvSpPr>
            <a:spLocks noGrp="1" noChangeArrowheads="1"/>
          </p:cNvSpPr>
          <p:nvPr>
            <p:ph type="sldNum" sz="quarter" idx="12"/>
          </p:nvPr>
        </p:nvSpPr>
        <p:spPr>
          <a:xfrm>
            <a:off x="609600" y="5943603"/>
            <a:ext cx="10972800" cy="777875"/>
          </a:xfrm>
          <a:prstGeom prst="rect">
            <a:avLst/>
          </a:prstGeom>
        </p:spPr>
        <p:txBody>
          <a:bodyPr/>
          <a:lstStyle>
            <a:lvl1pPr>
              <a:defRPr/>
            </a:lvl1pPr>
          </a:lstStyle>
          <a:p>
            <a:fld id="{187776A4-8A95-4ECE-98A9-5641BF2F9CEB}" type="slidenum">
              <a:rPr lang="en-US" smtClean="0"/>
              <a:t>‹#›</a:t>
            </a:fld>
            <a:endParaRPr lang="en-US" dirty="0"/>
          </a:p>
        </p:txBody>
      </p:sp>
    </p:spTree>
    <p:extLst>
      <p:ext uri="{BB962C8B-B14F-4D97-AF65-F5344CB8AC3E}">
        <p14:creationId xmlns:p14="http://schemas.microsoft.com/office/powerpoint/2010/main" val="22452585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QualChecks">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lvl1pPr marL="257175" indent="-257175">
              <a:buFont typeface="Wingdings" panose="05000000000000000000" pitchFamily="2" charset="2"/>
              <a:buChar char="ü"/>
              <a:defRPr/>
            </a:lvl1pPr>
            <a:lvl2pPr marL="557213" indent="-214313">
              <a:buFont typeface="Wingdings" panose="05000000000000000000" pitchFamily="2" charset="2"/>
              <a:buChar char="ü"/>
              <a:defRPr/>
            </a:lvl2pPr>
            <a:lvl3pPr marL="857250" indent="-171450">
              <a:buFont typeface="Wingdings" panose="05000000000000000000" pitchFamily="2" charset="2"/>
              <a:buChar char="ü"/>
              <a:defRPr/>
            </a:lvl3pPr>
            <a:lvl4pPr marL="1200150" indent="-171450">
              <a:buFont typeface="Wingdings" panose="05000000000000000000" pitchFamily="2" charset="2"/>
              <a:buChar char="ü"/>
              <a:defRPr/>
            </a:lvl4pPr>
            <a:lvl5pPr marL="1543050" indent="-171450">
              <a:buFont typeface="Wingdings" panose="05000000000000000000" pitchFamily="2" charset="2"/>
              <a:buChar char="ü"/>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Rectangle 4"/>
          <p:cNvSpPr>
            <a:spLocks noGrp="1" noChangeArrowheads="1"/>
          </p:cNvSpPr>
          <p:nvPr>
            <p:ph type="dt" sz="half" idx="10"/>
          </p:nvPr>
        </p:nvSpPr>
        <p:spPr>
          <a:xfrm>
            <a:off x="609600" y="6245225"/>
            <a:ext cx="2844800" cy="476250"/>
          </a:xfrm>
          <a:prstGeom prst="rect">
            <a:avLst/>
          </a:prstGeom>
        </p:spPr>
        <p:txBody>
          <a:bodyPr/>
          <a:lstStyle>
            <a:lvl1pPr>
              <a:defRPr/>
            </a:lvl1pPr>
          </a:lstStyle>
          <a:p>
            <a:fld id="{E44B790D-B89D-43B7-BDD8-C6FEBD1A797B}" type="datetimeFigureOut">
              <a:rPr lang="en-US" smtClean="0"/>
              <a:t>28-Dec-16</a:t>
            </a:fld>
            <a:endParaRPr lang="en-US"/>
          </a:p>
        </p:txBody>
      </p:sp>
      <p:sp>
        <p:nvSpPr>
          <p:cNvPr id="5" name="Rectangle 5"/>
          <p:cNvSpPr>
            <a:spLocks noGrp="1" noChangeArrowheads="1"/>
          </p:cNvSpPr>
          <p:nvPr>
            <p:ph type="ftr" sz="quarter" idx="11"/>
          </p:nvPr>
        </p:nvSpPr>
        <p:spPr>
          <a:xfrm>
            <a:off x="4165600" y="6245225"/>
            <a:ext cx="3860800" cy="476250"/>
          </a:xfrm>
          <a:prstGeom prst="rect">
            <a:avLst/>
          </a:prstGeom>
        </p:spPr>
        <p:txBody>
          <a:bodyPr/>
          <a:lstStyle>
            <a:lvl1pPr>
              <a:defRPr/>
            </a:lvl1pPr>
          </a:lstStyle>
          <a:p>
            <a:endParaRPr lang="en-US"/>
          </a:p>
        </p:txBody>
      </p:sp>
      <p:sp>
        <p:nvSpPr>
          <p:cNvPr id="6" name="Rectangle 6"/>
          <p:cNvSpPr>
            <a:spLocks noGrp="1" noChangeArrowheads="1"/>
          </p:cNvSpPr>
          <p:nvPr>
            <p:ph type="sldNum" sz="quarter" idx="12"/>
          </p:nvPr>
        </p:nvSpPr>
        <p:spPr>
          <a:xfrm>
            <a:off x="609600" y="5943603"/>
            <a:ext cx="10972800" cy="777875"/>
          </a:xfrm>
          <a:prstGeom prst="rect">
            <a:avLst/>
          </a:prstGeom>
        </p:spPr>
        <p:txBody>
          <a:bodyPr/>
          <a:lstStyle>
            <a:lvl1pPr>
              <a:defRPr/>
            </a:lvl1pPr>
          </a:lstStyle>
          <a:p>
            <a:fld id="{61516C32-2EEE-4D37-A3D7-4BF53FB58388}" type="slidenum">
              <a:rPr lang="en-US" smtClean="0"/>
              <a:t>‹#›</a:t>
            </a:fld>
            <a:endParaRPr lang="en-US"/>
          </a:p>
        </p:txBody>
      </p:sp>
      <p:sp>
        <p:nvSpPr>
          <p:cNvPr id="7" name="TextBox 6"/>
          <p:cNvSpPr txBox="1"/>
          <p:nvPr/>
        </p:nvSpPr>
        <p:spPr>
          <a:xfrm>
            <a:off x="609600" y="471948"/>
            <a:ext cx="10972800" cy="1128250"/>
          </a:xfrm>
          <a:prstGeom prst="rect">
            <a:avLst/>
          </a:prstGeom>
          <a:noFill/>
          <a:ln>
            <a:noFill/>
          </a:ln>
        </p:spPr>
        <p:txBody>
          <a:bodyPr vert="horz" wrap="square" lIns="68580" tIns="34290" rIns="68580" bIns="34290" numCol="1" anchor="ctr" anchorCtr="0" compatLnSpc="1">
            <a:prstTxWarp prst="textNoShape">
              <a:avLst/>
            </a:prstTxWarp>
          </a:bodyPr>
          <a:lstStyle>
            <a:lvl1pPr lvl="0" algn="ctr" fontAlgn="base">
              <a:spcBef>
                <a:spcPct val="0"/>
              </a:spcBef>
              <a:spcAft>
                <a:spcPct val="0"/>
              </a:spcAft>
              <a:defRPr sz="4400">
                <a:solidFill>
                  <a:srgbClr val="004990"/>
                </a:solidFill>
                <a:latin typeface="+mj-lt"/>
                <a:ea typeface="+mj-ea"/>
                <a:cs typeface="+mj-cs"/>
              </a:defRPr>
            </a:lvl1pPr>
            <a:lvl2pPr algn="ctr" fontAlgn="base">
              <a:spcBef>
                <a:spcPct val="0"/>
              </a:spcBef>
              <a:spcAft>
                <a:spcPct val="0"/>
              </a:spcAft>
              <a:defRPr sz="4400">
                <a:solidFill>
                  <a:srgbClr val="004990"/>
                </a:solidFill>
                <a:latin typeface="Arial Black" pitchFamily="34" charset="0"/>
              </a:defRPr>
            </a:lvl2pPr>
            <a:lvl3pPr algn="ctr" fontAlgn="base">
              <a:spcBef>
                <a:spcPct val="0"/>
              </a:spcBef>
              <a:spcAft>
                <a:spcPct val="0"/>
              </a:spcAft>
              <a:defRPr sz="4400">
                <a:solidFill>
                  <a:srgbClr val="004990"/>
                </a:solidFill>
                <a:latin typeface="Arial Black" pitchFamily="34" charset="0"/>
              </a:defRPr>
            </a:lvl3pPr>
            <a:lvl4pPr algn="ctr" fontAlgn="base">
              <a:spcBef>
                <a:spcPct val="0"/>
              </a:spcBef>
              <a:spcAft>
                <a:spcPct val="0"/>
              </a:spcAft>
              <a:defRPr sz="4400">
                <a:solidFill>
                  <a:srgbClr val="004990"/>
                </a:solidFill>
                <a:latin typeface="Arial Black" pitchFamily="34" charset="0"/>
              </a:defRPr>
            </a:lvl4pPr>
            <a:lvl5pPr algn="ctr" fontAlgn="base">
              <a:spcBef>
                <a:spcPct val="0"/>
              </a:spcBef>
              <a:spcAft>
                <a:spcPct val="0"/>
              </a:spcAft>
              <a:defRPr sz="4400">
                <a:solidFill>
                  <a:srgbClr val="004990"/>
                </a:solidFill>
                <a:latin typeface="Arial Black" pitchFamily="34" charset="0"/>
              </a:defRPr>
            </a:lvl5pPr>
            <a:lvl6pPr marL="457200" algn="ctr" fontAlgn="base">
              <a:spcBef>
                <a:spcPct val="0"/>
              </a:spcBef>
              <a:spcAft>
                <a:spcPct val="0"/>
              </a:spcAft>
              <a:defRPr sz="4400">
                <a:solidFill>
                  <a:srgbClr val="004990"/>
                </a:solidFill>
                <a:latin typeface="Arial Black" pitchFamily="34" charset="0"/>
              </a:defRPr>
            </a:lvl6pPr>
            <a:lvl7pPr marL="914400" algn="ctr" fontAlgn="base">
              <a:spcBef>
                <a:spcPct val="0"/>
              </a:spcBef>
              <a:spcAft>
                <a:spcPct val="0"/>
              </a:spcAft>
              <a:defRPr sz="4400">
                <a:solidFill>
                  <a:srgbClr val="004990"/>
                </a:solidFill>
                <a:latin typeface="Arial Black" pitchFamily="34" charset="0"/>
              </a:defRPr>
            </a:lvl7pPr>
            <a:lvl8pPr marL="1371600" algn="ctr" fontAlgn="base">
              <a:spcBef>
                <a:spcPct val="0"/>
              </a:spcBef>
              <a:spcAft>
                <a:spcPct val="0"/>
              </a:spcAft>
              <a:defRPr sz="4400">
                <a:solidFill>
                  <a:srgbClr val="004990"/>
                </a:solidFill>
                <a:latin typeface="Arial Black" pitchFamily="34" charset="0"/>
              </a:defRPr>
            </a:lvl8pPr>
            <a:lvl9pPr marL="1828800" algn="ctr" fontAlgn="base">
              <a:spcBef>
                <a:spcPct val="0"/>
              </a:spcBef>
              <a:spcAft>
                <a:spcPct val="0"/>
              </a:spcAft>
              <a:defRPr sz="4400">
                <a:solidFill>
                  <a:srgbClr val="004990"/>
                </a:solidFill>
                <a:latin typeface="Arial Black" pitchFamily="34" charset="0"/>
              </a:defRPr>
            </a:lvl9pPr>
          </a:lstStyle>
          <a:p>
            <a:pPr lvl="0"/>
            <a:r>
              <a:rPr lang="en-US" sz="3300" dirty="0"/>
              <a:t>Quality Check Items</a:t>
            </a:r>
          </a:p>
        </p:txBody>
      </p:sp>
    </p:spTree>
    <p:extLst>
      <p:ext uri="{BB962C8B-B14F-4D97-AF65-F5344CB8AC3E}">
        <p14:creationId xmlns:p14="http://schemas.microsoft.com/office/powerpoint/2010/main" val="31628615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3"/>
            <a:ext cx="10363200" cy="1362075"/>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en-US"/>
              <a:t>Click to edit Master text styles</a:t>
            </a:r>
          </a:p>
        </p:txBody>
      </p:sp>
      <p:sp>
        <p:nvSpPr>
          <p:cNvPr id="4" name="Rectangle 4"/>
          <p:cNvSpPr>
            <a:spLocks noGrp="1" noChangeArrowheads="1"/>
          </p:cNvSpPr>
          <p:nvPr>
            <p:ph type="dt" sz="half" idx="10"/>
          </p:nvPr>
        </p:nvSpPr>
        <p:spPr>
          <a:xfrm>
            <a:off x="609600" y="6245225"/>
            <a:ext cx="2844800" cy="476250"/>
          </a:xfrm>
          <a:prstGeom prst="rect">
            <a:avLst/>
          </a:prstGeom>
        </p:spPr>
        <p:txBody>
          <a:bodyPr/>
          <a:lstStyle>
            <a:lvl1pPr>
              <a:defRPr/>
            </a:lvl1pPr>
          </a:lstStyle>
          <a:p>
            <a:fld id="{760D0765-55E8-4909-ADBD-5B947302B82B}" type="datetimeFigureOut">
              <a:rPr lang="en-US" smtClean="0"/>
              <a:t>28-Dec-16</a:t>
            </a:fld>
            <a:endParaRPr lang="en-US" dirty="0"/>
          </a:p>
        </p:txBody>
      </p:sp>
      <p:sp>
        <p:nvSpPr>
          <p:cNvPr id="5" name="Rectangle 5"/>
          <p:cNvSpPr>
            <a:spLocks noGrp="1" noChangeArrowheads="1"/>
          </p:cNvSpPr>
          <p:nvPr>
            <p:ph type="ftr" sz="quarter" idx="11"/>
          </p:nvPr>
        </p:nvSpPr>
        <p:spPr>
          <a:xfrm>
            <a:off x="4165600" y="6245225"/>
            <a:ext cx="3860800" cy="476250"/>
          </a:xfrm>
          <a:prstGeom prst="rect">
            <a:avLst/>
          </a:prstGeom>
        </p:spPr>
        <p:txBody>
          <a:bodyPr/>
          <a:lstStyle>
            <a:lvl1pPr>
              <a:defRPr/>
            </a:lvl1pPr>
          </a:lstStyle>
          <a:p>
            <a:endParaRPr lang="en-US" dirty="0"/>
          </a:p>
        </p:txBody>
      </p:sp>
      <p:sp>
        <p:nvSpPr>
          <p:cNvPr id="6" name="Rectangle 6"/>
          <p:cNvSpPr>
            <a:spLocks noGrp="1" noChangeArrowheads="1"/>
          </p:cNvSpPr>
          <p:nvPr>
            <p:ph type="sldNum" sz="quarter" idx="12"/>
          </p:nvPr>
        </p:nvSpPr>
        <p:spPr>
          <a:xfrm>
            <a:off x="609600" y="5943603"/>
            <a:ext cx="10972800" cy="777875"/>
          </a:xfrm>
          <a:prstGeom prst="rect">
            <a:avLst/>
          </a:prstGeom>
        </p:spPr>
        <p:txBody>
          <a:bodyPr/>
          <a:lstStyle>
            <a:lvl1pPr>
              <a:defRPr/>
            </a:lvl1pPr>
          </a:lstStyle>
          <a:p>
            <a:fld id="{187776A4-8A95-4ECE-98A9-5641BF2F9CEB}" type="slidenum">
              <a:rPr lang="en-US" smtClean="0"/>
              <a:t>‹#›</a:t>
            </a:fld>
            <a:endParaRPr lang="en-US" dirty="0"/>
          </a:p>
        </p:txBody>
      </p:sp>
    </p:spTree>
    <p:extLst>
      <p:ext uri="{BB962C8B-B14F-4D97-AF65-F5344CB8AC3E}">
        <p14:creationId xmlns:p14="http://schemas.microsoft.com/office/powerpoint/2010/main" val="22165682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0"/>
            <a:ext cx="5384800" cy="39624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0"/>
            <a:ext cx="5384800" cy="39624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noChangeArrowheads="1"/>
          </p:cNvSpPr>
          <p:nvPr>
            <p:ph type="dt" sz="half" idx="10"/>
          </p:nvPr>
        </p:nvSpPr>
        <p:spPr>
          <a:xfrm>
            <a:off x="609600" y="6245225"/>
            <a:ext cx="2844800" cy="476250"/>
          </a:xfrm>
          <a:prstGeom prst="rect">
            <a:avLst/>
          </a:prstGeom>
        </p:spPr>
        <p:txBody>
          <a:bodyPr/>
          <a:lstStyle>
            <a:lvl1pPr>
              <a:defRPr/>
            </a:lvl1pPr>
          </a:lstStyle>
          <a:p>
            <a:fld id="{760D0765-55E8-4909-ADBD-5B947302B82B}" type="datetimeFigureOut">
              <a:rPr lang="en-US" smtClean="0"/>
              <a:t>28-Dec-16</a:t>
            </a:fld>
            <a:endParaRPr lang="en-US" dirty="0"/>
          </a:p>
        </p:txBody>
      </p:sp>
      <p:sp>
        <p:nvSpPr>
          <p:cNvPr id="6" name="Footer Placeholder 5"/>
          <p:cNvSpPr>
            <a:spLocks noGrp="1" noChangeArrowheads="1"/>
          </p:cNvSpPr>
          <p:nvPr>
            <p:ph type="ftr" sz="quarter" idx="11"/>
          </p:nvPr>
        </p:nvSpPr>
        <p:spPr>
          <a:xfrm>
            <a:off x="4165600" y="6245225"/>
            <a:ext cx="3860800" cy="476250"/>
          </a:xfrm>
          <a:prstGeom prst="rect">
            <a:avLst/>
          </a:prstGeom>
        </p:spPr>
        <p:txBody>
          <a:bodyPr/>
          <a:lstStyle>
            <a:lvl1pPr>
              <a:defRPr/>
            </a:lvl1pPr>
          </a:lstStyle>
          <a:p>
            <a:endParaRPr lang="en-US" dirty="0"/>
          </a:p>
        </p:txBody>
      </p:sp>
      <p:sp>
        <p:nvSpPr>
          <p:cNvPr id="7" name="Slide Number Placeholder 6"/>
          <p:cNvSpPr>
            <a:spLocks noGrp="1" noChangeArrowheads="1"/>
          </p:cNvSpPr>
          <p:nvPr>
            <p:ph type="sldNum" sz="quarter" idx="12"/>
          </p:nvPr>
        </p:nvSpPr>
        <p:spPr>
          <a:xfrm>
            <a:off x="609600" y="5943603"/>
            <a:ext cx="10972800" cy="777875"/>
          </a:xfrm>
          <a:prstGeom prst="rect">
            <a:avLst/>
          </a:prstGeom>
        </p:spPr>
        <p:txBody>
          <a:bodyPr/>
          <a:lstStyle>
            <a:lvl1pPr>
              <a:defRPr/>
            </a:lvl1pPr>
          </a:lstStyle>
          <a:p>
            <a:fld id="{187776A4-8A95-4ECE-98A9-5641BF2F9CEB}" type="slidenum">
              <a:rPr lang="en-US" smtClean="0"/>
              <a:t>‹#›</a:t>
            </a:fld>
            <a:endParaRPr lang="en-US" dirty="0"/>
          </a:p>
        </p:txBody>
      </p:sp>
    </p:spTree>
    <p:extLst>
      <p:ext uri="{BB962C8B-B14F-4D97-AF65-F5344CB8AC3E}">
        <p14:creationId xmlns:p14="http://schemas.microsoft.com/office/powerpoint/2010/main" val="41503972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9" y="1535113"/>
            <a:ext cx="5389033"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6193369" y="2174875"/>
            <a:ext cx="5389033"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dt" sz="half" idx="10"/>
          </p:nvPr>
        </p:nvSpPr>
        <p:spPr>
          <a:xfrm>
            <a:off x="609600" y="6245225"/>
            <a:ext cx="2844800" cy="476250"/>
          </a:xfrm>
          <a:prstGeom prst="rect">
            <a:avLst/>
          </a:prstGeom>
        </p:spPr>
        <p:txBody>
          <a:bodyPr/>
          <a:lstStyle>
            <a:lvl1pPr>
              <a:defRPr/>
            </a:lvl1pPr>
          </a:lstStyle>
          <a:p>
            <a:fld id="{760D0765-55E8-4909-ADBD-5B947302B82B}" type="datetimeFigureOut">
              <a:rPr lang="en-US" smtClean="0"/>
              <a:t>28-Dec-16</a:t>
            </a:fld>
            <a:endParaRPr lang="en-US" dirty="0"/>
          </a:p>
        </p:txBody>
      </p:sp>
      <p:sp>
        <p:nvSpPr>
          <p:cNvPr id="8" name="Rectangle 5"/>
          <p:cNvSpPr>
            <a:spLocks noGrp="1" noChangeArrowheads="1"/>
          </p:cNvSpPr>
          <p:nvPr>
            <p:ph type="ftr" sz="quarter" idx="11"/>
          </p:nvPr>
        </p:nvSpPr>
        <p:spPr>
          <a:xfrm>
            <a:off x="4165600" y="6245225"/>
            <a:ext cx="3860800" cy="476250"/>
          </a:xfrm>
          <a:prstGeom prst="rect">
            <a:avLst/>
          </a:prstGeom>
        </p:spPr>
        <p:txBody>
          <a:bodyPr/>
          <a:lstStyle>
            <a:lvl1pPr>
              <a:defRPr/>
            </a:lvl1pPr>
          </a:lstStyle>
          <a:p>
            <a:endParaRPr lang="en-US" dirty="0"/>
          </a:p>
        </p:txBody>
      </p:sp>
      <p:sp>
        <p:nvSpPr>
          <p:cNvPr id="9" name="Rectangle 6"/>
          <p:cNvSpPr>
            <a:spLocks noGrp="1" noChangeArrowheads="1"/>
          </p:cNvSpPr>
          <p:nvPr>
            <p:ph type="sldNum" sz="quarter" idx="12"/>
          </p:nvPr>
        </p:nvSpPr>
        <p:spPr>
          <a:xfrm>
            <a:off x="609600" y="5943603"/>
            <a:ext cx="10972800" cy="777875"/>
          </a:xfrm>
          <a:prstGeom prst="rect">
            <a:avLst/>
          </a:prstGeom>
        </p:spPr>
        <p:txBody>
          <a:bodyPr/>
          <a:lstStyle>
            <a:lvl1pPr>
              <a:defRPr/>
            </a:lvl1pPr>
          </a:lstStyle>
          <a:p>
            <a:fld id="{187776A4-8A95-4ECE-98A9-5641BF2F9CEB}" type="slidenum">
              <a:rPr lang="en-US" smtClean="0"/>
              <a:t>‹#›</a:t>
            </a:fld>
            <a:endParaRPr lang="en-US" dirty="0"/>
          </a:p>
        </p:txBody>
      </p:sp>
    </p:spTree>
    <p:extLst>
      <p:ext uri="{BB962C8B-B14F-4D97-AF65-F5344CB8AC3E}">
        <p14:creationId xmlns:p14="http://schemas.microsoft.com/office/powerpoint/2010/main" val="29356053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p:cNvSpPr>
            <a:spLocks noGrp="1" noChangeArrowheads="1"/>
          </p:cNvSpPr>
          <p:nvPr>
            <p:ph type="dt" sz="half" idx="10"/>
          </p:nvPr>
        </p:nvSpPr>
        <p:spPr>
          <a:xfrm>
            <a:off x="609600" y="6245225"/>
            <a:ext cx="2844800" cy="476250"/>
          </a:xfrm>
          <a:prstGeom prst="rect">
            <a:avLst/>
          </a:prstGeom>
        </p:spPr>
        <p:txBody>
          <a:bodyPr/>
          <a:lstStyle>
            <a:lvl1pPr>
              <a:defRPr/>
            </a:lvl1pPr>
          </a:lstStyle>
          <a:p>
            <a:fld id="{760D0765-55E8-4909-ADBD-5B947302B82B}" type="datetimeFigureOut">
              <a:rPr lang="en-US" smtClean="0"/>
              <a:t>28-Dec-16</a:t>
            </a:fld>
            <a:endParaRPr lang="en-US" dirty="0"/>
          </a:p>
        </p:txBody>
      </p:sp>
      <p:sp>
        <p:nvSpPr>
          <p:cNvPr id="4" name="Rectangle 5"/>
          <p:cNvSpPr>
            <a:spLocks noGrp="1" noChangeArrowheads="1"/>
          </p:cNvSpPr>
          <p:nvPr>
            <p:ph type="ftr" sz="quarter" idx="11"/>
          </p:nvPr>
        </p:nvSpPr>
        <p:spPr>
          <a:xfrm>
            <a:off x="4165600" y="6245225"/>
            <a:ext cx="3860800" cy="476250"/>
          </a:xfrm>
          <a:prstGeom prst="rect">
            <a:avLst/>
          </a:prstGeom>
        </p:spPr>
        <p:txBody>
          <a:bodyPr/>
          <a:lstStyle>
            <a:lvl1pPr>
              <a:defRPr/>
            </a:lvl1pPr>
          </a:lstStyle>
          <a:p>
            <a:endParaRPr lang="en-US" dirty="0"/>
          </a:p>
        </p:txBody>
      </p:sp>
      <p:sp>
        <p:nvSpPr>
          <p:cNvPr id="5" name="Rectangle 6"/>
          <p:cNvSpPr>
            <a:spLocks noGrp="1" noChangeArrowheads="1"/>
          </p:cNvSpPr>
          <p:nvPr>
            <p:ph type="sldNum" sz="quarter" idx="12"/>
          </p:nvPr>
        </p:nvSpPr>
        <p:spPr>
          <a:xfrm>
            <a:off x="609600" y="5943603"/>
            <a:ext cx="10972800" cy="777875"/>
          </a:xfrm>
          <a:prstGeom prst="rect">
            <a:avLst/>
          </a:prstGeom>
        </p:spPr>
        <p:txBody>
          <a:bodyPr/>
          <a:lstStyle>
            <a:lvl1pPr>
              <a:defRPr/>
            </a:lvl1pPr>
          </a:lstStyle>
          <a:p>
            <a:fld id="{187776A4-8A95-4ECE-98A9-5641BF2F9CEB}" type="slidenum">
              <a:rPr lang="en-US" smtClean="0"/>
              <a:t>‹#›</a:t>
            </a:fld>
            <a:endParaRPr lang="en-US" dirty="0"/>
          </a:p>
        </p:txBody>
      </p:sp>
    </p:spTree>
    <p:extLst>
      <p:ext uri="{BB962C8B-B14F-4D97-AF65-F5344CB8AC3E}">
        <p14:creationId xmlns:p14="http://schemas.microsoft.com/office/powerpoint/2010/main" val="6970506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xfrm>
            <a:off x="609600" y="6245225"/>
            <a:ext cx="2844800" cy="476250"/>
          </a:xfrm>
          <a:prstGeom prst="rect">
            <a:avLst/>
          </a:prstGeom>
        </p:spPr>
        <p:txBody>
          <a:bodyPr/>
          <a:lstStyle>
            <a:lvl1pPr>
              <a:defRPr/>
            </a:lvl1pPr>
          </a:lstStyle>
          <a:p>
            <a:fld id="{760D0765-55E8-4909-ADBD-5B947302B82B}" type="datetimeFigureOut">
              <a:rPr lang="en-US" smtClean="0"/>
              <a:t>28-Dec-16</a:t>
            </a:fld>
            <a:endParaRPr lang="en-US" dirty="0"/>
          </a:p>
        </p:txBody>
      </p:sp>
      <p:sp>
        <p:nvSpPr>
          <p:cNvPr id="3" name="Rectangle 5"/>
          <p:cNvSpPr>
            <a:spLocks noGrp="1" noChangeArrowheads="1"/>
          </p:cNvSpPr>
          <p:nvPr>
            <p:ph type="ftr" sz="quarter" idx="11"/>
          </p:nvPr>
        </p:nvSpPr>
        <p:spPr>
          <a:xfrm>
            <a:off x="4165600" y="6245225"/>
            <a:ext cx="3860800" cy="476250"/>
          </a:xfrm>
          <a:prstGeom prst="rect">
            <a:avLst/>
          </a:prstGeom>
        </p:spPr>
        <p:txBody>
          <a:bodyPr/>
          <a:lstStyle>
            <a:lvl1pPr>
              <a:defRPr/>
            </a:lvl1pPr>
          </a:lstStyle>
          <a:p>
            <a:endParaRPr lang="en-US" dirty="0"/>
          </a:p>
        </p:txBody>
      </p:sp>
      <p:sp>
        <p:nvSpPr>
          <p:cNvPr id="4" name="Rectangle 6"/>
          <p:cNvSpPr>
            <a:spLocks noGrp="1" noChangeArrowheads="1"/>
          </p:cNvSpPr>
          <p:nvPr>
            <p:ph type="sldNum" sz="quarter" idx="12"/>
          </p:nvPr>
        </p:nvSpPr>
        <p:spPr>
          <a:xfrm>
            <a:off x="609600" y="5943603"/>
            <a:ext cx="10972800" cy="777875"/>
          </a:xfrm>
          <a:prstGeom prst="rect">
            <a:avLst/>
          </a:prstGeom>
        </p:spPr>
        <p:txBody>
          <a:bodyPr/>
          <a:lstStyle>
            <a:lvl1pPr>
              <a:defRPr/>
            </a:lvl1pPr>
          </a:lstStyle>
          <a:p>
            <a:fld id="{187776A4-8A95-4ECE-98A9-5641BF2F9CEB}" type="slidenum">
              <a:rPr lang="en-US" smtClean="0"/>
              <a:t>‹#›</a:t>
            </a:fld>
            <a:endParaRPr lang="en-US" dirty="0"/>
          </a:p>
        </p:txBody>
      </p:sp>
    </p:spTree>
    <p:extLst>
      <p:ext uri="{BB962C8B-B14F-4D97-AF65-F5344CB8AC3E}">
        <p14:creationId xmlns:p14="http://schemas.microsoft.com/office/powerpoint/2010/main" val="27716880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hank You">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xfrm>
            <a:off x="609600" y="6245225"/>
            <a:ext cx="2844800" cy="476250"/>
          </a:xfrm>
          <a:prstGeom prst="rect">
            <a:avLst/>
          </a:prstGeom>
        </p:spPr>
        <p:txBody>
          <a:bodyPr/>
          <a:lstStyle>
            <a:lvl1pPr>
              <a:defRPr/>
            </a:lvl1pPr>
          </a:lstStyle>
          <a:p>
            <a:fld id="{760D0765-55E8-4909-ADBD-5B947302B82B}" type="datetimeFigureOut">
              <a:rPr lang="en-US" smtClean="0"/>
              <a:t>28-Dec-16</a:t>
            </a:fld>
            <a:endParaRPr lang="en-US" dirty="0"/>
          </a:p>
        </p:txBody>
      </p:sp>
      <p:sp>
        <p:nvSpPr>
          <p:cNvPr id="3" name="Rectangle 5"/>
          <p:cNvSpPr>
            <a:spLocks noGrp="1" noChangeArrowheads="1"/>
          </p:cNvSpPr>
          <p:nvPr>
            <p:ph type="ftr" sz="quarter" idx="11"/>
          </p:nvPr>
        </p:nvSpPr>
        <p:spPr>
          <a:xfrm>
            <a:off x="4165600" y="6245225"/>
            <a:ext cx="3860800" cy="476250"/>
          </a:xfrm>
          <a:prstGeom prst="rect">
            <a:avLst/>
          </a:prstGeom>
        </p:spPr>
        <p:txBody>
          <a:bodyPr/>
          <a:lstStyle>
            <a:lvl1pPr>
              <a:defRPr/>
            </a:lvl1pPr>
          </a:lstStyle>
          <a:p>
            <a:endParaRPr lang="en-US" dirty="0"/>
          </a:p>
        </p:txBody>
      </p:sp>
      <p:sp>
        <p:nvSpPr>
          <p:cNvPr id="4" name="Rectangle 6"/>
          <p:cNvSpPr>
            <a:spLocks noGrp="1" noChangeArrowheads="1"/>
          </p:cNvSpPr>
          <p:nvPr>
            <p:ph type="sldNum" sz="quarter" idx="12"/>
          </p:nvPr>
        </p:nvSpPr>
        <p:spPr>
          <a:xfrm>
            <a:off x="609600" y="5943603"/>
            <a:ext cx="10972800" cy="777875"/>
          </a:xfrm>
          <a:prstGeom prst="rect">
            <a:avLst/>
          </a:prstGeom>
        </p:spPr>
        <p:txBody>
          <a:bodyPr/>
          <a:lstStyle>
            <a:lvl1pPr>
              <a:defRPr/>
            </a:lvl1pPr>
          </a:lstStyle>
          <a:p>
            <a:fld id="{187776A4-8A95-4ECE-98A9-5641BF2F9CEB}" type="slidenum">
              <a:rPr lang="en-US" smtClean="0"/>
              <a:t>‹#›</a:t>
            </a:fld>
            <a:endParaRPr lang="en-US" dirty="0"/>
          </a:p>
        </p:txBody>
      </p:sp>
      <p:sp>
        <p:nvSpPr>
          <p:cNvPr id="5" name="Slide Number Placeholder 1"/>
          <p:cNvSpPr txBox="1">
            <a:spLocks/>
          </p:cNvSpPr>
          <p:nvPr/>
        </p:nvSpPr>
        <p:spPr>
          <a:xfrm>
            <a:off x="609600" y="5943603"/>
            <a:ext cx="10972800" cy="777875"/>
          </a:xfrm>
          <a:prstGeom prst="rect">
            <a:avLst/>
          </a:prstGeom>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defPPr>
              <a:defRPr lang="en-US"/>
            </a:defPPr>
            <a:lvl1pPr marL="0" algn="l" defTabSz="914400" rtl="0" eaLnBrk="0" latinLnBrk="0" hangingPunct="0">
              <a:defRPr sz="1800" kern="1200">
                <a:solidFill>
                  <a:schemeClr val="tx1"/>
                </a:solidFill>
                <a:latin typeface="Arial" charset="0"/>
                <a:ea typeface="+mn-ea"/>
                <a:cs typeface="Arial" charset="0"/>
              </a:defRPr>
            </a:lvl1pPr>
            <a:lvl2pPr marL="742950" indent="-285750" algn="l" defTabSz="914400" rtl="0" eaLnBrk="0" latinLnBrk="0" hangingPunct="0">
              <a:defRPr sz="1800" kern="1200">
                <a:solidFill>
                  <a:schemeClr val="tx1"/>
                </a:solidFill>
                <a:latin typeface="Arial" charset="0"/>
                <a:ea typeface="+mn-ea"/>
                <a:cs typeface="Arial" charset="0"/>
              </a:defRPr>
            </a:lvl2pPr>
            <a:lvl3pPr marL="1143000" indent="-228600" algn="l" defTabSz="914400" rtl="0" eaLnBrk="0" latinLnBrk="0" hangingPunct="0">
              <a:defRPr sz="1800" kern="1200">
                <a:solidFill>
                  <a:schemeClr val="tx1"/>
                </a:solidFill>
                <a:latin typeface="Arial" charset="0"/>
                <a:ea typeface="+mn-ea"/>
                <a:cs typeface="Arial" charset="0"/>
              </a:defRPr>
            </a:lvl3pPr>
            <a:lvl4pPr marL="1600200" indent="-228600" algn="l" defTabSz="914400" rtl="0" eaLnBrk="0" latinLnBrk="0" hangingPunct="0">
              <a:defRPr sz="1800" kern="1200">
                <a:solidFill>
                  <a:schemeClr val="tx1"/>
                </a:solidFill>
                <a:latin typeface="Arial" charset="0"/>
                <a:ea typeface="+mn-ea"/>
                <a:cs typeface="Arial" charset="0"/>
              </a:defRPr>
            </a:lvl4pPr>
            <a:lvl5pPr marL="2057400" indent="-228600" algn="l" defTabSz="914400" rtl="0" eaLnBrk="0" latinLnBrk="0" hangingPunct="0">
              <a:defRPr sz="1800" kern="1200">
                <a:solidFill>
                  <a:schemeClr val="tx1"/>
                </a:solidFill>
                <a:latin typeface="Arial" charset="0"/>
                <a:ea typeface="+mn-ea"/>
                <a:cs typeface="Arial" charset="0"/>
              </a:defRPr>
            </a:lvl5pPr>
            <a:lvl6pPr marL="2514600" indent="-228600" algn="l" defTabSz="914400" rtl="0" eaLnBrk="0" fontAlgn="base" latinLnBrk="0" hangingPunct="0">
              <a:spcBef>
                <a:spcPct val="0"/>
              </a:spcBef>
              <a:spcAft>
                <a:spcPct val="0"/>
              </a:spcAft>
              <a:defRPr sz="1800" kern="1200">
                <a:solidFill>
                  <a:schemeClr val="tx1"/>
                </a:solidFill>
                <a:latin typeface="Arial" charset="0"/>
                <a:ea typeface="+mn-ea"/>
                <a:cs typeface="Arial" charset="0"/>
              </a:defRPr>
            </a:lvl6pPr>
            <a:lvl7pPr marL="2971800" indent="-228600" algn="l" defTabSz="914400" rtl="0" eaLnBrk="0" fontAlgn="base" latinLnBrk="0" hangingPunct="0">
              <a:spcBef>
                <a:spcPct val="0"/>
              </a:spcBef>
              <a:spcAft>
                <a:spcPct val="0"/>
              </a:spcAft>
              <a:defRPr sz="1800" kern="1200">
                <a:solidFill>
                  <a:schemeClr val="tx1"/>
                </a:solidFill>
                <a:latin typeface="Arial" charset="0"/>
                <a:ea typeface="+mn-ea"/>
                <a:cs typeface="Arial" charset="0"/>
              </a:defRPr>
            </a:lvl7pPr>
            <a:lvl8pPr marL="3429000" indent="-228600" algn="l" defTabSz="914400" rtl="0" eaLnBrk="0" fontAlgn="base" latinLnBrk="0" hangingPunct="0">
              <a:spcBef>
                <a:spcPct val="0"/>
              </a:spcBef>
              <a:spcAft>
                <a:spcPct val="0"/>
              </a:spcAft>
              <a:defRPr sz="1800" kern="1200">
                <a:solidFill>
                  <a:schemeClr val="tx1"/>
                </a:solidFill>
                <a:latin typeface="Arial" charset="0"/>
                <a:ea typeface="+mn-ea"/>
                <a:cs typeface="Arial" charset="0"/>
              </a:defRPr>
            </a:lvl8pPr>
            <a:lvl9pPr marL="3886200" indent="-228600" algn="l" defTabSz="914400" rtl="0" eaLnBrk="0" fontAlgn="base" latinLnBrk="0" hangingPunct="0">
              <a:spcBef>
                <a:spcPct val="0"/>
              </a:spcBef>
              <a:spcAft>
                <a:spcPct val="0"/>
              </a:spcAft>
              <a:defRPr sz="1800" kern="1200">
                <a:solidFill>
                  <a:schemeClr val="tx1"/>
                </a:solidFill>
                <a:latin typeface="Arial" charset="0"/>
                <a:ea typeface="+mn-ea"/>
                <a:cs typeface="Arial" charset="0"/>
              </a:defRPr>
            </a:lvl9pPr>
          </a:lstStyle>
          <a:p>
            <a:pPr eaLnBrk="1" hangingPunct="1"/>
            <a:fld id="{BEC4B462-DC2D-47D4-8944-F81C2113999E}" type="slidenum">
              <a:rPr lang="en-US" sz="1350" smtClean="0"/>
              <a:pPr eaLnBrk="1" hangingPunct="1"/>
              <a:t>‹#›</a:t>
            </a:fld>
            <a:endParaRPr lang="en-US" sz="1350"/>
          </a:p>
        </p:txBody>
      </p:sp>
      <p:sp>
        <p:nvSpPr>
          <p:cNvPr id="7" name="TextBox 3"/>
          <p:cNvSpPr txBox="1">
            <a:spLocks noChangeArrowheads="1"/>
          </p:cNvSpPr>
          <p:nvPr/>
        </p:nvSpPr>
        <p:spPr bwMode="auto">
          <a:xfrm>
            <a:off x="304800" y="152401"/>
            <a:ext cx="5283200" cy="553998"/>
          </a:xfrm>
          <a:prstGeom prst="rect">
            <a:avLst/>
          </a:prstGeom>
          <a:solidFill>
            <a:schemeClr val="bg1">
              <a:alpha val="74901"/>
            </a:schemeClr>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s-ES" sz="3000" dirty="0"/>
              <a:t>Instructor </a:t>
            </a:r>
            <a:r>
              <a:rPr lang="es-ES" sz="3000" dirty="0" err="1"/>
              <a:t>Name</a:t>
            </a:r>
            <a:r>
              <a:rPr lang="es-ES" sz="3000" dirty="0"/>
              <a:t>:</a:t>
            </a:r>
          </a:p>
        </p:txBody>
      </p:sp>
      <p:sp>
        <p:nvSpPr>
          <p:cNvPr id="8" name="TextBox 3"/>
          <p:cNvSpPr txBox="1">
            <a:spLocks noChangeArrowheads="1"/>
          </p:cNvSpPr>
          <p:nvPr/>
        </p:nvSpPr>
        <p:spPr bwMode="auto">
          <a:xfrm>
            <a:off x="285753" y="873128"/>
            <a:ext cx="4692649" cy="1015663"/>
          </a:xfrm>
          <a:prstGeom prst="rect">
            <a:avLst/>
          </a:prstGeom>
          <a:solidFill>
            <a:schemeClr val="bg1">
              <a:alpha val="67058"/>
            </a:schemeClr>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3000" dirty="0"/>
              <a:t>Instructor ID #:</a:t>
            </a:r>
          </a:p>
          <a:p>
            <a:pPr eaLnBrk="1" hangingPunct="1"/>
            <a:r>
              <a:rPr lang="en-US" sz="3000" dirty="0"/>
              <a:t>Class ID #:  </a:t>
            </a:r>
            <a:endParaRPr lang="es-ES" sz="3000" dirty="0"/>
          </a:p>
        </p:txBody>
      </p:sp>
      <p:sp>
        <p:nvSpPr>
          <p:cNvPr id="9" name="Rectangle 4"/>
          <p:cNvSpPr>
            <a:spLocks noChangeArrowheads="1"/>
          </p:cNvSpPr>
          <p:nvPr/>
        </p:nvSpPr>
        <p:spPr bwMode="auto">
          <a:xfrm>
            <a:off x="3048000" y="4038603"/>
            <a:ext cx="3249608" cy="1200329"/>
          </a:xfrm>
          <a:prstGeom prst="rect">
            <a:avLst/>
          </a:prstGeom>
          <a:solidFill>
            <a:schemeClr val="bg1">
              <a:lumMod val="95000"/>
              <a:alpha val="51000"/>
            </a:schemeClr>
          </a:solidFill>
          <a:ln w="9525">
            <a:noFill/>
            <a:miter lim="800000"/>
            <a:headEnd/>
            <a:tailEnd/>
          </a:ln>
        </p:spPr>
        <p:txBody>
          <a:bodyPr wrap="none">
            <a:spAutoFit/>
          </a:bodyPr>
          <a:lstStyle/>
          <a:p>
            <a:pPr>
              <a:defRPr/>
            </a:pPr>
            <a:r>
              <a:rPr lang="en-US" sz="7200" b="1" dirty="0">
                <a:latin typeface="Edwardian Script ITC" pitchFamily="66" charset="0"/>
              </a:rPr>
              <a:t>Thank you!</a:t>
            </a:r>
            <a:endParaRPr lang="es-ES" sz="7200" b="1" dirty="0">
              <a:latin typeface="Edwardian Script ITC" pitchFamily="66" charset="0"/>
            </a:endParaRPr>
          </a:p>
        </p:txBody>
      </p:sp>
      <p:sp>
        <p:nvSpPr>
          <p:cNvPr id="12" name="Text Placeholder 11"/>
          <p:cNvSpPr>
            <a:spLocks noGrp="1"/>
          </p:cNvSpPr>
          <p:nvPr>
            <p:ph type="body" sz="quarter" idx="13"/>
          </p:nvPr>
        </p:nvSpPr>
        <p:spPr>
          <a:xfrm>
            <a:off x="5588000" y="304800"/>
            <a:ext cx="5791200" cy="533400"/>
          </a:xfrm>
        </p:spPr>
        <p:txBody>
          <a:bodyPr/>
          <a:lstStyle>
            <a:lvl1pPr marL="0" indent="0">
              <a:buNone/>
              <a:defRPr/>
            </a:lvl1pPr>
          </a:lstStyle>
          <a:p>
            <a:pPr lvl="0"/>
            <a:r>
              <a:rPr lang="en-US"/>
              <a:t>Click to edit Master text styles</a:t>
            </a:r>
          </a:p>
        </p:txBody>
      </p:sp>
      <p:sp>
        <p:nvSpPr>
          <p:cNvPr id="13" name="Text Placeholder 11"/>
          <p:cNvSpPr>
            <a:spLocks noGrp="1"/>
          </p:cNvSpPr>
          <p:nvPr>
            <p:ph type="body" sz="quarter" idx="14"/>
          </p:nvPr>
        </p:nvSpPr>
        <p:spPr>
          <a:xfrm>
            <a:off x="5080000" y="990600"/>
            <a:ext cx="5791200" cy="533400"/>
          </a:xfrm>
        </p:spPr>
        <p:txBody>
          <a:bodyPr/>
          <a:lstStyle>
            <a:lvl1pPr marL="0" indent="0">
              <a:buNone/>
              <a:defRPr/>
            </a:lvl1pPr>
          </a:lstStyle>
          <a:p>
            <a:pPr lvl="0"/>
            <a:r>
              <a:rPr lang="en-US"/>
              <a:t>Click to edit Master text styles</a:t>
            </a:r>
          </a:p>
        </p:txBody>
      </p:sp>
      <p:sp>
        <p:nvSpPr>
          <p:cNvPr id="14" name="Text Placeholder 11"/>
          <p:cNvSpPr>
            <a:spLocks noGrp="1"/>
          </p:cNvSpPr>
          <p:nvPr>
            <p:ph type="body" sz="quarter" idx="15"/>
          </p:nvPr>
        </p:nvSpPr>
        <p:spPr>
          <a:xfrm>
            <a:off x="3860800" y="1600200"/>
            <a:ext cx="5791200" cy="533400"/>
          </a:xfrm>
        </p:spPr>
        <p:txBody>
          <a:bodyPr/>
          <a:lstStyle>
            <a:lvl1pPr marL="0" indent="0">
              <a:buNone/>
              <a:defRPr/>
            </a:lvl1pPr>
          </a:lstStyle>
          <a:p>
            <a:pPr lvl="0"/>
            <a:r>
              <a:rPr lang="en-US"/>
              <a:t>Click to edit Master text styles</a:t>
            </a:r>
          </a:p>
        </p:txBody>
      </p:sp>
    </p:spTree>
    <p:extLst>
      <p:ext uri="{BB962C8B-B14F-4D97-AF65-F5344CB8AC3E}">
        <p14:creationId xmlns:p14="http://schemas.microsoft.com/office/powerpoint/2010/main" val="7243791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Questions">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xfrm>
            <a:off x="609600" y="6245225"/>
            <a:ext cx="2844800" cy="476250"/>
          </a:xfrm>
          <a:prstGeom prst="rect">
            <a:avLst/>
          </a:prstGeom>
        </p:spPr>
        <p:txBody>
          <a:bodyPr/>
          <a:lstStyle>
            <a:lvl1pPr>
              <a:defRPr/>
            </a:lvl1pPr>
          </a:lstStyle>
          <a:p>
            <a:fld id="{760D0765-55E8-4909-ADBD-5B947302B82B}" type="datetimeFigureOut">
              <a:rPr lang="en-US" smtClean="0"/>
              <a:t>28-Dec-16</a:t>
            </a:fld>
            <a:endParaRPr lang="en-US" dirty="0"/>
          </a:p>
        </p:txBody>
      </p:sp>
      <p:sp>
        <p:nvSpPr>
          <p:cNvPr id="3" name="Rectangle 5"/>
          <p:cNvSpPr>
            <a:spLocks noGrp="1" noChangeArrowheads="1"/>
          </p:cNvSpPr>
          <p:nvPr>
            <p:ph type="ftr" sz="quarter" idx="11"/>
          </p:nvPr>
        </p:nvSpPr>
        <p:spPr>
          <a:xfrm>
            <a:off x="4165600" y="6245225"/>
            <a:ext cx="3860800" cy="476250"/>
          </a:xfrm>
          <a:prstGeom prst="rect">
            <a:avLst/>
          </a:prstGeom>
        </p:spPr>
        <p:txBody>
          <a:bodyPr/>
          <a:lstStyle>
            <a:lvl1pPr>
              <a:defRPr/>
            </a:lvl1pPr>
          </a:lstStyle>
          <a:p>
            <a:endParaRPr lang="en-US" dirty="0"/>
          </a:p>
        </p:txBody>
      </p:sp>
      <p:sp>
        <p:nvSpPr>
          <p:cNvPr id="4" name="Rectangle 6"/>
          <p:cNvSpPr>
            <a:spLocks noGrp="1" noChangeArrowheads="1"/>
          </p:cNvSpPr>
          <p:nvPr>
            <p:ph type="sldNum" sz="quarter" idx="12"/>
          </p:nvPr>
        </p:nvSpPr>
        <p:spPr>
          <a:xfrm>
            <a:off x="609600" y="5943603"/>
            <a:ext cx="10972800" cy="777875"/>
          </a:xfrm>
          <a:prstGeom prst="rect">
            <a:avLst/>
          </a:prstGeom>
        </p:spPr>
        <p:txBody>
          <a:bodyPr/>
          <a:lstStyle>
            <a:lvl1pPr>
              <a:defRPr/>
            </a:lvl1pPr>
          </a:lstStyle>
          <a:p>
            <a:fld id="{187776A4-8A95-4ECE-98A9-5641BF2F9CEB}" type="slidenum">
              <a:rPr lang="en-US" smtClean="0"/>
              <a:t>‹#›</a:t>
            </a:fld>
            <a:endParaRPr lang="en-US" dirty="0"/>
          </a:p>
        </p:txBody>
      </p:sp>
      <p:sp>
        <p:nvSpPr>
          <p:cNvPr id="7" name="Title 1"/>
          <p:cNvSpPr txBox="1">
            <a:spLocks/>
          </p:cNvSpPr>
          <p:nvPr/>
        </p:nvSpPr>
        <p:spPr bwMode="auto">
          <a:xfrm>
            <a:off x="1016000" y="4419603"/>
            <a:ext cx="10363200" cy="13620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68580" tIns="34290" rIns="68580" bIns="34290" numCol="1" anchor="t" anchorCtr="0" compatLnSpc="1">
            <a:prstTxWarp prst="textNoShape">
              <a:avLst/>
            </a:prstTxWarp>
          </a:bodyPr>
          <a:lstStyle>
            <a:lvl1pPr algn="l" rtl="0" eaLnBrk="1" fontAlgn="base" hangingPunct="1">
              <a:spcBef>
                <a:spcPct val="0"/>
              </a:spcBef>
              <a:spcAft>
                <a:spcPct val="0"/>
              </a:spcAft>
              <a:defRPr sz="4000" b="1" cap="all">
                <a:solidFill>
                  <a:srgbClr val="004990"/>
                </a:solidFill>
                <a:latin typeface="+mj-lt"/>
                <a:ea typeface="+mj-ea"/>
                <a:cs typeface="+mj-cs"/>
              </a:defRPr>
            </a:lvl1pPr>
            <a:lvl2pPr algn="ctr" rtl="0" eaLnBrk="1" fontAlgn="base" hangingPunct="1">
              <a:spcBef>
                <a:spcPct val="0"/>
              </a:spcBef>
              <a:spcAft>
                <a:spcPct val="0"/>
              </a:spcAft>
              <a:defRPr sz="4400">
                <a:solidFill>
                  <a:srgbClr val="004990"/>
                </a:solidFill>
                <a:latin typeface="Arial Black" pitchFamily="34" charset="0"/>
              </a:defRPr>
            </a:lvl2pPr>
            <a:lvl3pPr algn="ctr" rtl="0" eaLnBrk="1" fontAlgn="base" hangingPunct="1">
              <a:spcBef>
                <a:spcPct val="0"/>
              </a:spcBef>
              <a:spcAft>
                <a:spcPct val="0"/>
              </a:spcAft>
              <a:defRPr sz="4400">
                <a:solidFill>
                  <a:srgbClr val="004990"/>
                </a:solidFill>
                <a:latin typeface="Arial Black" pitchFamily="34" charset="0"/>
              </a:defRPr>
            </a:lvl3pPr>
            <a:lvl4pPr algn="ctr" rtl="0" eaLnBrk="1" fontAlgn="base" hangingPunct="1">
              <a:spcBef>
                <a:spcPct val="0"/>
              </a:spcBef>
              <a:spcAft>
                <a:spcPct val="0"/>
              </a:spcAft>
              <a:defRPr sz="4400">
                <a:solidFill>
                  <a:srgbClr val="004990"/>
                </a:solidFill>
                <a:latin typeface="Arial Black" pitchFamily="34" charset="0"/>
              </a:defRPr>
            </a:lvl4pPr>
            <a:lvl5pPr algn="ctr" rtl="0" eaLnBrk="1" fontAlgn="base" hangingPunct="1">
              <a:spcBef>
                <a:spcPct val="0"/>
              </a:spcBef>
              <a:spcAft>
                <a:spcPct val="0"/>
              </a:spcAft>
              <a:defRPr sz="4400">
                <a:solidFill>
                  <a:srgbClr val="004990"/>
                </a:solidFill>
                <a:latin typeface="Arial Black" pitchFamily="34" charset="0"/>
              </a:defRPr>
            </a:lvl5pPr>
            <a:lvl6pPr marL="457200" algn="ctr" rtl="0" eaLnBrk="1" fontAlgn="base" hangingPunct="1">
              <a:spcBef>
                <a:spcPct val="0"/>
              </a:spcBef>
              <a:spcAft>
                <a:spcPct val="0"/>
              </a:spcAft>
              <a:defRPr sz="4400">
                <a:solidFill>
                  <a:srgbClr val="004990"/>
                </a:solidFill>
                <a:latin typeface="Arial Black" pitchFamily="34" charset="0"/>
              </a:defRPr>
            </a:lvl6pPr>
            <a:lvl7pPr marL="914400" algn="ctr" rtl="0" eaLnBrk="1" fontAlgn="base" hangingPunct="1">
              <a:spcBef>
                <a:spcPct val="0"/>
              </a:spcBef>
              <a:spcAft>
                <a:spcPct val="0"/>
              </a:spcAft>
              <a:defRPr sz="4400">
                <a:solidFill>
                  <a:srgbClr val="004990"/>
                </a:solidFill>
                <a:latin typeface="Arial Black" pitchFamily="34" charset="0"/>
              </a:defRPr>
            </a:lvl7pPr>
            <a:lvl8pPr marL="1371600" algn="ctr" rtl="0" eaLnBrk="1" fontAlgn="base" hangingPunct="1">
              <a:spcBef>
                <a:spcPct val="0"/>
              </a:spcBef>
              <a:spcAft>
                <a:spcPct val="0"/>
              </a:spcAft>
              <a:defRPr sz="4400">
                <a:solidFill>
                  <a:srgbClr val="004990"/>
                </a:solidFill>
                <a:latin typeface="Arial Black" pitchFamily="34" charset="0"/>
              </a:defRPr>
            </a:lvl8pPr>
            <a:lvl9pPr marL="1828800" algn="ctr" rtl="0" eaLnBrk="1" fontAlgn="base" hangingPunct="1">
              <a:spcBef>
                <a:spcPct val="0"/>
              </a:spcBef>
              <a:spcAft>
                <a:spcPct val="0"/>
              </a:spcAft>
              <a:defRPr sz="4400">
                <a:solidFill>
                  <a:srgbClr val="004990"/>
                </a:solidFill>
                <a:latin typeface="Arial Black" pitchFamily="34" charset="0"/>
              </a:defRPr>
            </a:lvl9pPr>
          </a:lstStyle>
          <a:p>
            <a:r>
              <a:rPr lang="en-US" sz="3000" kern="0" dirty="0"/>
              <a:t>Questions?</a:t>
            </a:r>
          </a:p>
        </p:txBody>
      </p:sp>
    </p:spTree>
    <p:extLst>
      <p:ext uri="{BB962C8B-B14F-4D97-AF65-F5344CB8AC3E}">
        <p14:creationId xmlns:p14="http://schemas.microsoft.com/office/powerpoint/2010/main" val="5839572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2" y="273050"/>
            <a:ext cx="4011084" cy="1162050"/>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4766733" y="273053"/>
            <a:ext cx="6815667"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2" y="1435103"/>
            <a:ext cx="4011084"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noChangeArrowheads="1"/>
          </p:cNvSpPr>
          <p:nvPr>
            <p:ph type="dt" sz="half" idx="10"/>
          </p:nvPr>
        </p:nvSpPr>
        <p:spPr>
          <a:xfrm>
            <a:off x="609600" y="6245225"/>
            <a:ext cx="2844800" cy="476250"/>
          </a:xfrm>
          <a:prstGeom prst="rect">
            <a:avLst/>
          </a:prstGeom>
        </p:spPr>
        <p:txBody>
          <a:bodyPr/>
          <a:lstStyle>
            <a:lvl1pPr>
              <a:defRPr/>
            </a:lvl1pPr>
          </a:lstStyle>
          <a:p>
            <a:fld id="{760D0765-55E8-4909-ADBD-5B947302B82B}" type="datetimeFigureOut">
              <a:rPr lang="en-US" smtClean="0"/>
              <a:t>28-Dec-16</a:t>
            </a:fld>
            <a:endParaRPr lang="en-US" dirty="0"/>
          </a:p>
        </p:txBody>
      </p:sp>
      <p:sp>
        <p:nvSpPr>
          <p:cNvPr id="6" name="Footer Placeholder 5"/>
          <p:cNvSpPr>
            <a:spLocks noGrp="1" noChangeArrowheads="1"/>
          </p:cNvSpPr>
          <p:nvPr>
            <p:ph type="ftr" sz="quarter" idx="11"/>
          </p:nvPr>
        </p:nvSpPr>
        <p:spPr>
          <a:xfrm>
            <a:off x="4165600" y="6245225"/>
            <a:ext cx="3860800" cy="476250"/>
          </a:xfrm>
          <a:prstGeom prst="rect">
            <a:avLst/>
          </a:prstGeom>
        </p:spPr>
        <p:txBody>
          <a:bodyPr/>
          <a:lstStyle>
            <a:lvl1pPr>
              <a:defRPr/>
            </a:lvl1pPr>
          </a:lstStyle>
          <a:p>
            <a:endParaRPr lang="en-US" dirty="0"/>
          </a:p>
        </p:txBody>
      </p:sp>
      <p:sp>
        <p:nvSpPr>
          <p:cNvPr id="7" name="Slide Number Placeholder 6"/>
          <p:cNvSpPr>
            <a:spLocks noGrp="1" noChangeArrowheads="1"/>
          </p:cNvSpPr>
          <p:nvPr>
            <p:ph type="sldNum" sz="quarter" idx="12"/>
          </p:nvPr>
        </p:nvSpPr>
        <p:spPr>
          <a:xfrm>
            <a:off x="609600" y="5943603"/>
            <a:ext cx="10972800" cy="777875"/>
          </a:xfrm>
          <a:prstGeom prst="rect">
            <a:avLst/>
          </a:prstGeom>
        </p:spPr>
        <p:txBody>
          <a:bodyPr/>
          <a:lstStyle>
            <a:lvl1pPr>
              <a:defRPr/>
            </a:lvl1pPr>
          </a:lstStyle>
          <a:p>
            <a:fld id="{187776A4-8A95-4ECE-98A9-5641BF2F9CEB}" type="slidenum">
              <a:rPr lang="en-US" smtClean="0"/>
              <a:t>‹#›</a:t>
            </a:fld>
            <a:endParaRPr lang="en-US" dirty="0"/>
          </a:p>
        </p:txBody>
      </p:sp>
    </p:spTree>
    <p:extLst>
      <p:ext uri="{BB962C8B-B14F-4D97-AF65-F5344CB8AC3E}">
        <p14:creationId xmlns:p14="http://schemas.microsoft.com/office/powerpoint/2010/main" val="220486268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lvl="0"/>
            <a:r>
              <a:rPr lang="en-US" noProof="0"/>
              <a:t>Click icon to add picture</a:t>
            </a:r>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noChangeArrowheads="1"/>
          </p:cNvSpPr>
          <p:nvPr>
            <p:ph type="dt" sz="half" idx="10"/>
          </p:nvPr>
        </p:nvSpPr>
        <p:spPr>
          <a:xfrm>
            <a:off x="609600" y="6245225"/>
            <a:ext cx="2844800" cy="476250"/>
          </a:xfrm>
          <a:prstGeom prst="rect">
            <a:avLst/>
          </a:prstGeom>
        </p:spPr>
        <p:txBody>
          <a:bodyPr/>
          <a:lstStyle>
            <a:lvl1pPr>
              <a:defRPr/>
            </a:lvl1pPr>
          </a:lstStyle>
          <a:p>
            <a:fld id="{760D0765-55E8-4909-ADBD-5B947302B82B}" type="datetimeFigureOut">
              <a:rPr lang="en-US" smtClean="0"/>
              <a:t>28-Dec-16</a:t>
            </a:fld>
            <a:endParaRPr lang="en-US" dirty="0"/>
          </a:p>
        </p:txBody>
      </p:sp>
      <p:sp>
        <p:nvSpPr>
          <p:cNvPr id="6" name="Footer Placeholder 5"/>
          <p:cNvSpPr>
            <a:spLocks noGrp="1" noChangeArrowheads="1"/>
          </p:cNvSpPr>
          <p:nvPr>
            <p:ph type="ftr" sz="quarter" idx="11"/>
          </p:nvPr>
        </p:nvSpPr>
        <p:spPr>
          <a:xfrm>
            <a:off x="4165600" y="6245225"/>
            <a:ext cx="3860800" cy="476250"/>
          </a:xfrm>
          <a:prstGeom prst="rect">
            <a:avLst/>
          </a:prstGeom>
        </p:spPr>
        <p:txBody>
          <a:bodyPr/>
          <a:lstStyle>
            <a:lvl1pPr>
              <a:defRPr/>
            </a:lvl1pPr>
          </a:lstStyle>
          <a:p>
            <a:endParaRPr lang="en-US" dirty="0"/>
          </a:p>
        </p:txBody>
      </p:sp>
      <p:sp>
        <p:nvSpPr>
          <p:cNvPr id="7" name="Slide Number Placeholder 6"/>
          <p:cNvSpPr>
            <a:spLocks noGrp="1" noChangeArrowheads="1"/>
          </p:cNvSpPr>
          <p:nvPr>
            <p:ph type="sldNum" sz="quarter" idx="12"/>
          </p:nvPr>
        </p:nvSpPr>
        <p:spPr>
          <a:xfrm>
            <a:off x="609600" y="5943603"/>
            <a:ext cx="10972800" cy="777875"/>
          </a:xfrm>
          <a:prstGeom prst="rect">
            <a:avLst/>
          </a:prstGeom>
        </p:spPr>
        <p:txBody>
          <a:bodyPr/>
          <a:lstStyle>
            <a:lvl1pPr>
              <a:defRPr/>
            </a:lvl1pPr>
          </a:lstStyle>
          <a:p>
            <a:fld id="{187776A4-8A95-4ECE-98A9-5641BF2F9CEB}" type="slidenum">
              <a:rPr lang="en-US" smtClean="0"/>
              <a:t>‹#›</a:t>
            </a:fld>
            <a:endParaRPr lang="en-US" dirty="0"/>
          </a:p>
        </p:txBody>
      </p:sp>
    </p:spTree>
    <p:extLst>
      <p:ext uri="{BB962C8B-B14F-4D97-AF65-F5344CB8AC3E}">
        <p14:creationId xmlns:p14="http://schemas.microsoft.com/office/powerpoint/2010/main" val="27495765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p>
            <a:r>
              <a:rPr lang="en-US"/>
              <a:t>Click to edit Master title style</a:t>
            </a:r>
          </a:p>
        </p:txBody>
      </p:sp>
      <p:sp>
        <p:nvSpPr>
          <p:cNvPr id="3" name="Text Placeholder 2"/>
          <p:cNvSpPr>
            <a:spLocks noGrp="1"/>
          </p:cNvSpPr>
          <p:nvPr>
            <p:ph type="body" sz="half" idx="1"/>
          </p:nvPr>
        </p:nvSpPr>
        <p:spPr>
          <a:xfrm>
            <a:off x="609600" y="1600200"/>
            <a:ext cx="5384800" cy="3962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0"/>
            <a:ext cx="5384800" cy="3962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noChangeArrowheads="1"/>
          </p:cNvSpPr>
          <p:nvPr>
            <p:ph type="dt" sz="half" idx="10"/>
          </p:nvPr>
        </p:nvSpPr>
        <p:spPr>
          <a:xfrm>
            <a:off x="609600" y="6245225"/>
            <a:ext cx="2844800" cy="476250"/>
          </a:xfrm>
          <a:prstGeom prst="rect">
            <a:avLst/>
          </a:prstGeom>
        </p:spPr>
        <p:txBody>
          <a:bodyPr/>
          <a:lstStyle>
            <a:lvl1pPr>
              <a:defRPr/>
            </a:lvl1pPr>
          </a:lstStyle>
          <a:p>
            <a:fld id="{760D0765-55E8-4909-ADBD-5B947302B82B}" type="datetimeFigureOut">
              <a:rPr lang="en-US" smtClean="0"/>
              <a:t>28-Dec-16</a:t>
            </a:fld>
            <a:endParaRPr lang="en-US" dirty="0"/>
          </a:p>
        </p:txBody>
      </p:sp>
      <p:sp>
        <p:nvSpPr>
          <p:cNvPr id="6" name="Footer Placeholder 5"/>
          <p:cNvSpPr>
            <a:spLocks noGrp="1" noChangeArrowheads="1"/>
          </p:cNvSpPr>
          <p:nvPr>
            <p:ph type="ftr" sz="quarter" idx="11"/>
          </p:nvPr>
        </p:nvSpPr>
        <p:spPr>
          <a:xfrm>
            <a:off x="4165600" y="6245225"/>
            <a:ext cx="3860800" cy="476250"/>
          </a:xfrm>
          <a:prstGeom prst="rect">
            <a:avLst/>
          </a:prstGeom>
        </p:spPr>
        <p:txBody>
          <a:bodyPr/>
          <a:lstStyle>
            <a:lvl1pPr>
              <a:defRPr/>
            </a:lvl1pPr>
          </a:lstStyle>
          <a:p>
            <a:endParaRPr lang="en-US" dirty="0"/>
          </a:p>
        </p:txBody>
      </p:sp>
      <p:sp>
        <p:nvSpPr>
          <p:cNvPr id="7" name="Slide Number Placeholder 6"/>
          <p:cNvSpPr>
            <a:spLocks noGrp="1" noChangeArrowheads="1"/>
          </p:cNvSpPr>
          <p:nvPr>
            <p:ph type="sldNum" sz="quarter" idx="12"/>
          </p:nvPr>
        </p:nvSpPr>
        <p:spPr>
          <a:xfrm>
            <a:off x="609600" y="5943603"/>
            <a:ext cx="10972800" cy="777875"/>
          </a:xfrm>
          <a:prstGeom prst="rect">
            <a:avLst/>
          </a:prstGeom>
        </p:spPr>
        <p:txBody>
          <a:bodyPr/>
          <a:lstStyle>
            <a:lvl1pPr>
              <a:defRPr/>
            </a:lvl1pPr>
          </a:lstStyle>
          <a:p>
            <a:fld id="{187776A4-8A95-4ECE-98A9-5641BF2F9CEB}" type="slidenum">
              <a:rPr lang="en-US" smtClean="0"/>
              <a:t>‹#›</a:t>
            </a:fld>
            <a:endParaRPr lang="en-US" dirty="0"/>
          </a:p>
        </p:txBody>
      </p:sp>
    </p:spTree>
    <p:extLst>
      <p:ext uri="{BB962C8B-B14F-4D97-AF65-F5344CB8AC3E}">
        <p14:creationId xmlns:p14="http://schemas.microsoft.com/office/powerpoint/2010/main" val="308674131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AndTx" preserve="1">
  <p:cSld name="Title, Content and Text">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p>
            <a:r>
              <a:rPr lang="en-US"/>
              <a:t>Click to edit Master title style</a:t>
            </a:r>
          </a:p>
        </p:txBody>
      </p:sp>
      <p:sp>
        <p:nvSpPr>
          <p:cNvPr id="3" name="Content Placeholder 2"/>
          <p:cNvSpPr>
            <a:spLocks noGrp="1"/>
          </p:cNvSpPr>
          <p:nvPr>
            <p:ph sz="half" idx="1"/>
          </p:nvPr>
        </p:nvSpPr>
        <p:spPr>
          <a:xfrm>
            <a:off x="609600" y="1600200"/>
            <a:ext cx="5384800" cy="3962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197600" y="1600200"/>
            <a:ext cx="5384800" cy="3962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noChangeArrowheads="1"/>
          </p:cNvSpPr>
          <p:nvPr>
            <p:ph type="dt" sz="half" idx="10"/>
          </p:nvPr>
        </p:nvSpPr>
        <p:spPr>
          <a:xfrm>
            <a:off x="609600" y="6245225"/>
            <a:ext cx="2844800" cy="476250"/>
          </a:xfrm>
          <a:prstGeom prst="rect">
            <a:avLst/>
          </a:prstGeom>
        </p:spPr>
        <p:txBody>
          <a:bodyPr/>
          <a:lstStyle>
            <a:lvl1pPr>
              <a:defRPr/>
            </a:lvl1pPr>
          </a:lstStyle>
          <a:p>
            <a:fld id="{760D0765-55E8-4909-ADBD-5B947302B82B}" type="datetimeFigureOut">
              <a:rPr lang="en-US" smtClean="0"/>
              <a:t>28-Dec-16</a:t>
            </a:fld>
            <a:endParaRPr lang="en-US" dirty="0"/>
          </a:p>
        </p:txBody>
      </p:sp>
      <p:sp>
        <p:nvSpPr>
          <p:cNvPr id="6" name="Footer Placeholder 5"/>
          <p:cNvSpPr>
            <a:spLocks noGrp="1" noChangeArrowheads="1"/>
          </p:cNvSpPr>
          <p:nvPr>
            <p:ph type="ftr" sz="quarter" idx="11"/>
          </p:nvPr>
        </p:nvSpPr>
        <p:spPr>
          <a:xfrm>
            <a:off x="4165600" y="6245225"/>
            <a:ext cx="3860800" cy="476250"/>
          </a:xfrm>
          <a:prstGeom prst="rect">
            <a:avLst/>
          </a:prstGeom>
        </p:spPr>
        <p:txBody>
          <a:bodyPr/>
          <a:lstStyle>
            <a:lvl1pPr>
              <a:defRPr/>
            </a:lvl1pPr>
          </a:lstStyle>
          <a:p>
            <a:endParaRPr lang="en-US" dirty="0"/>
          </a:p>
        </p:txBody>
      </p:sp>
      <p:sp>
        <p:nvSpPr>
          <p:cNvPr id="7" name="Slide Number Placeholder 6"/>
          <p:cNvSpPr>
            <a:spLocks noGrp="1" noChangeArrowheads="1"/>
          </p:cNvSpPr>
          <p:nvPr>
            <p:ph type="sldNum" sz="quarter" idx="12"/>
          </p:nvPr>
        </p:nvSpPr>
        <p:spPr>
          <a:xfrm>
            <a:off x="609600" y="5943603"/>
            <a:ext cx="10972800" cy="777875"/>
          </a:xfrm>
          <a:prstGeom prst="rect">
            <a:avLst/>
          </a:prstGeom>
        </p:spPr>
        <p:txBody>
          <a:bodyPr/>
          <a:lstStyle>
            <a:lvl1pPr>
              <a:defRPr/>
            </a:lvl1pPr>
          </a:lstStyle>
          <a:p>
            <a:fld id="{187776A4-8A95-4ECE-98A9-5641BF2F9CEB}" type="slidenum">
              <a:rPr lang="en-US" smtClean="0"/>
              <a:t>‹#›</a:t>
            </a:fld>
            <a:endParaRPr lang="en-US" dirty="0"/>
          </a:p>
        </p:txBody>
      </p:sp>
    </p:spTree>
    <p:extLst>
      <p:ext uri="{BB962C8B-B14F-4D97-AF65-F5344CB8AC3E}">
        <p14:creationId xmlns:p14="http://schemas.microsoft.com/office/powerpoint/2010/main" val="363490350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a:xfrm>
            <a:off x="609600" y="6245225"/>
            <a:ext cx="2844800" cy="476250"/>
          </a:xfrm>
          <a:prstGeom prst="rect">
            <a:avLst/>
          </a:prstGeom>
        </p:spPr>
        <p:txBody>
          <a:bodyPr/>
          <a:lstStyle>
            <a:lvl1pPr>
              <a:defRPr/>
            </a:lvl1pPr>
          </a:lstStyle>
          <a:p>
            <a:fld id="{760D0765-55E8-4909-ADBD-5B947302B82B}" type="datetimeFigureOut">
              <a:rPr lang="en-US" smtClean="0"/>
              <a:t>28-Dec-16</a:t>
            </a:fld>
            <a:endParaRPr lang="en-US" dirty="0"/>
          </a:p>
        </p:txBody>
      </p:sp>
      <p:sp>
        <p:nvSpPr>
          <p:cNvPr id="4" name="Footer Placeholder 3"/>
          <p:cNvSpPr>
            <a:spLocks noGrp="1"/>
          </p:cNvSpPr>
          <p:nvPr>
            <p:ph type="ftr" sz="quarter" idx="11"/>
          </p:nvPr>
        </p:nvSpPr>
        <p:spPr>
          <a:xfrm>
            <a:off x="4165600" y="6245225"/>
            <a:ext cx="3860800" cy="476250"/>
          </a:xfrm>
          <a:prstGeom prst="rect">
            <a:avLst/>
          </a:prstGeom>
        </p:spPr>
        <p:txBody>
          <a:bodyPr/>
          <a:lstStyle>
            <a:lvl1pPr>
              <a:defRPr/>
            </a:lvl1pPr>
          </a:lstStyle>
          <a:p>
            <a:endParaRPr lang="en-US" dirty="0"/>
          </a:p>
        </p:txBody>
      </p:sp>
      <p:sp>
        <p:nvSpPr>
          <p:cNvPr id="5" name="Slide Number Placeholder 4"/>
          <p:cNvSpPr>
            <a:spLocks noGrp="1"/>
          </p:cNvSpPr>
          <p:nvPr>
            <p:ph type="sldNum" sz="quarter" idx="12"/>
          </p:nvPr>
        </p:nvSpPr>
        <p:spPr>
          <a:xfrm>
            <a:off x="609600" y="5943603"/>
            <a:ext cx="10972800" cy="777875"/>
          </a:xfrm>
          <a:prstGeom prst="rect">
            <a:avLst/>
          </a:prstGeom>
        </p:spPr>
        <p:txBody>
          <a:bodyPr/>
          <a:lstStyle>
            <a:lvl1pPr>
              <a:defRPr/>
            </a:lvl1pPr>
          </a:lstStyle>
          <a:p>
            <a:fld id="{187776A4-8A95-4ECE-98A9-5641BF2F9CEB}" type="slidenum">
              <a:rPr lang="en-US" smtClean="0"/>
              <a:t>‹#›</a:t>
            </a:fld>
            <a:endParaRPr lang="en-US" dirty="0"/>
          </a:p>
        </p:txBody>
      </p:sp>
    </p:spTree>
    <p:extLst>
      <p:ext uri="{BB962C8B-B14F-4D97-AF65-F5344CB8AC3E}">
        <p14:creationId xmlns:p14="http://schemas.microsoft.com/office/powerpoint/2010/main" val="388011027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1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1727200" y="1600203"/>
            <a:ext cx="98552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itle 14"/>
          <p:cNvSpPr>
            <a:spLocks noGrp="1"/>
          </p:cNvSpPr>
          <p:nvPr>
            <p:ph type="title"/>
          </p:nvPr>
        </p:nvSpPr>
        <p:spPr/>
        <p:txBody>
          <a:bodyPr/>
          <a:lstStyle/>
          <a:p>
            <a:r>
              <a:rPr lang="en-US"/>
              <a:t>Click to edit Master title style</a:t>
            </a:r>
          </a:p>
        </p:txBody>
      </p:sp>
      <p:sp>
        <p:nvSpPr>
          <p:cNvPr id="4" name="Footer Placeholder 13"/>
          <p:cNvSpPr>
            <a:spLocks noGrp="1"/>
          </p:cNvSpPr>
          <p:nvPr>
            <p:ph type="ftr" sz="quarter" idx="10"/>
            <p:custDataLst>
              <p:tags r:id="rId1"/>
            </p:custDataLst>
          </p:nvPr>
        </p:nvSpPr>
        <p:spPr>
          <a:xfrm>
            <a:off x="2336800" y="6324603"/>
            <a:ext cx="6400800" cy="365125"/>
          </a:xfrm>
          <a:prstGeom prst="rect">
            <a:avLst/>
          </a:prstGeom>
        </p:spPr>
        <p:txBody>
          <a:bodyPr/>
          <a:lstStyle>
            <a:lvl1pPr>
              <a:defRPr/>
            </a:lvl1pPr>
          </a:lstStyle>
          <a:p>
            <a:endParaRPr lang="en-US" dirty="0"/>
          </a:p>
        </p:txBody>
      </p:sp>
      <p:sp>
        <p:nvSpPr>
          <p:cNvPr id="5" name="Slide Number Placeholder 12"/>
          <p:cNvSpPr>
            <a:spLocks noGrp="1"/>
          </p:cNvSpPr>
          <p:nvPr>
            <p:ph type="sldNum" sz="quarter" idx="11"/>
            <p:custDataLst>
              <p:tags r:id="rId2"/>
            </p:custDataLst>
          </p:nvPr>
        </p:nvSpPr>
        <p:spPr>
          <a:xfrm>
            <a:off x="8636000" y="6400803"/>
            <a:ext cx="2844800" cy="365125"/>
          </a:xfrm>
          <a:prstGeom prst="rect">
            <a:avLst/>
          </a:prstGeom>
        </p:spPr>
        <p:txBody>
          <a:bodyPr/>
          <a:lstStyle>
            <a:lvl1pPr fontAlgn="base">
              <a:spcBef>
                <a:spcPct val="0"/>
              </a:spcBef>
              <a:spcAft>
                <a:spcPct val="0"/>
              </a:spcAft>
              <a:defRPr>
                <a:solidFill>
                  <a:srgbClr val="898989"/>
                </a:solidFill>
              </a:defRPr>
            </a:lvl1pPr>
          </a:lstStyle>
          <a:p>
            <a:fld id="{187776A4-8A95-4ECE-98A9-5641BF2F9CEB}" type="slidenum">
              <a:rPr lang="en-US" smtClean="0"/>
              <a:t>‹#›</a:t>
            </a:fld>
            <a:endParaRPr lang="en-US" dirty="0"/>
          </a:p>
        </p:txBody>
      </p:sp>
    </p:spTree>
    <p:extLst>
      <p:ext uri="{BB962C8B-B14F-4D97-AF65-F5344CB8AC3E}">
        <p14:creationId xmlns:p14="http://schemas.microsoft.com/office/powerpoint/2010/main" val="405969968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Socrative">
    <p:spTree>
      <p:nvGrpSpPr>
        <p:cNvPr id="1" name=""/>
        <p:cNvGrpSpPr/>
        <p:nvPr/>
      </p:nvGrpSpPr>
      <p:grpSpPr>
        <a:xfrm>
          <a:off x="0" y="0"/>
          <a:ext cx="0" cy="0"/>
          <a:chOff x="0" y="0"/>
          <a:chExt cx="0" cy="0"/>
        </a:xfrm>
      </p:grpSpPr>
      <p:sp>
        <p:nvSpPr>
          <p:cNvPr id="6" name="Slide Number Placeholder 4"/>
          <p:cNvSpPr>
            <a:spLocks noGrp="1"/>
          </p:cNvSpPr>
          <p:nvPr>
            <p:ph type="sldNum" sz="quarter" idx="12"/>
          </p:nvPr>
        </p:nvSpPr>
        <p:spPr>
          <a:xfrm>
            <a:off x="11375717" y="5648960"/>
            <a:ext cx="731520" cy="396240"/>
          </a:xfrm>
          <a:prstGeom prst="bracketPair">
            <a:avLst>
              <a:gd name="adj" fmla="val 17949"/>
            </a:avLst>
          </a:prstGeom>
        </p:spPr>
        <p:txBody>
          <a:bodyPr/>
          <a:lstStyle/>
          <a:p>
            <a:pPr>
              <a:defRPr/>
            </a:pPr>
            <a:fld id="{B98D8915-25D4-4658-BC43-48DE22203236}" type="slidenum">
              <a:rPr lang="en-US" smtClean="0"/>
              <a:pPr>
                <a:defRPr/>
              </a:pPr>
              <a:t>‹#›</a:t>
            </a:fld>
            <a:endParaRPr lang="en-US"/>
          </a:p>
        </p:txBody>
      </p:sp>
      <p:sp>
        <p:nvSpPr>
          <p:cNvPr id="9" name="Content Placeholder 2"/>
          <p:cNvSpPr>
            <a:spLocks noGrp="1"/>
          </p:cNvSpPr>
          <p:nvPr>
            <p:ph idx="1"/>
          </p:nvPr>
        </p:nvSpPr>
        <p:spPr>
          <a:xfrm>
            <a:off x="609600" y="1600205"/>
            <a:ext cx="10972800" cy="4530725"/>
          </a:xfrm>
        </p:spPr>
        <p:txBody>
          <a:bodyPr/>
          <a:lstStyle>
            <a:lvl1pPr marL="0" indent="0">
              <a:buFont typeface="+mj-lt"/>
              <a:buNone/>
              <a:defRPr/>
            </a:lvl1pPr>
          </a:lstStyle>
          <a:p>
            <a:pPr marL="0" indent="0">
              <a:buNone/>
            </a:pPr>
            <a:endParaRPr lang="en-US" dirty="0"/>
          </a:p>
          <a:p>
            <a:pPr marL="514350" indent="-514350">
              <a:buFont typeface="+mj-lt"/>
              <a:buAutoNum type="arabicPeriod"/>
            </a:pPr>
            <a:r>
              <a:rPr lang="en-US" dirty="0"/>
              <a:t> </a:t>
            </a:r>
          </a:p>
          <a:p>
            <a:pPr marL="514350" indent="-514350">
              <a:buFont typeface="+mj-lt"/>
              <a:buAutoNum type="arabicPeriod"/>
            </a:pPr>
            <a:endParaRPr lang="en-US" dirty="0"/>
          </a:p>
          <a:p>
            <a:pPr marL="0" indent="0">
              <a:buNone/>
            </a:pPr>
            <a:endParaRPr lang="en-US" dirty="0"/>
          </a:p>
        </p:txBody>
      </p:sp>
      <p:sp>
        <p:nvSpPr>
          <p:cNvPr id="11" name="TextBox 10"/>
          <p:cNvSpPr txBox="1"/>
          <p:nvPr userDrawn="1"/>
        </p:nvSpPr>
        <p:spPr>
          <a:xfrm>
            <a:off x="3943789" y="627745"/>
            <a:ext cx="7588075" cy="265457"/>
          </a:xfrm>
          <a:prstGeom prst="rect">
            <a:avLst/>
          </a:prstGeom>
        </p:spPr>
        <p:style>
          <a:lnRef idx="2">
            <a:schemeClr val="accent3"/>
          </a:lnRef>
          <a:fillRef idx="1">
            <a:schemeClr val="lt1"/>
          </a:fillRef>
          <a:effectRef idx="0">
            <a:schemeClr val="accent3"/>
          </a:effectRef>
          <a:fontRef idx="minor">
            <a:schemeClr val="dk1"/>
          </a:fontRef>
        </p:style>
        <p:txBody>
          <a:bodyPr wrap="square" rtlCol="0">
            <a:spAutoFit/>
          </a:bodyPr>
          <a:lstStyle/>
          <a:p>
            <a:pPr algn="l"/>
            <a:r>
              <a:rPr lang="en-US" sz="1125" dirty="0"/>
              <a:t>Go to </a:t>
            </a:r>
            <a:r>
              <a:rPr lang="en-US" sz="1125" dirty="0">
                <a:hlinkClick r:id="rId2"/>
              </a:rPr>
              <a:t>www.socrative.com</a:t>
            </a:r>
            <a:r>
              <a:rPr lang="en-US" sz="1125" dirty="0"/>
              <a:t> and log into &lt;instructor</a:t>
            </a:r>
            <a:r>
              <a:rPr lang="en-US" sz="1125" baseline="0" dirty="0"/>
              <a:t> account name&gt;</a:t>
            </a:r>
            <a:endParaRPr lang="en-US" sz="1125" dirty="0"/>
          </a:p>
        </p:txBody>
      </p:sp>
      <p:pic>
        <p:nvPicPr>
          <p:cNvPr id="1026" name="Picture 2" descr="https://socrative-production-static-web.s3.amazonaws.com/img/logo_new.jpg">
            <a:hlinkClick r:id="rId2"/>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728133" y="412103"/>
            <a:ext cx="2922411" cy="77672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a:extLst/>
        </p:spPr>
      </p:pic>
    </p:spTree>
    <p:extLst>
      <p:ext uri="{BB962C8B-B14F-4D97-AF65-F5344CB8AC3E}">
        <p14:creationId xmlns:p14="http://schemas.microsoft.com/office/powerpoint/2010/main" val="29844167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1905005"/>
            <a:ext cx="10058400" cy="2593975"/>
          </a:xfrm>
        </p:spPr>
        <p:txBody>
          <a:bodyPr anchor="b"/>
          <a:lstStyle>
            <a:lvl1pPr>
              <a:defRPr sz="4400">
                <a:ln>
                  <a:noFill/>
                </a:ln>
                <a:solidFill>
                  <a:schemeClr val="bg1"/>
                </a:solidFill>
              </a:defRPr>
            </a:lvl1pPr>
          </a:lstStyle>
          <a:p>
            <a:r>
              <a:rPr lang="en-US"/>
              <a:t>Click to edit Master title style</a:t>
            </a:r>
            <a:endParaRPr lang="en-US" dirty="0"/>
          </a:p>
        </p:txBody>
      </p:sp>
      <p:sp>
        <p:nvSpPr>
          <p:cNvPr id="3" name="Subtitle 2"/>
          <p:cNvSpPr>
            <a:spLocks noGrp="1"/>
          </p:cNvSpPr>
          <p:nvPr>
            <p:ph type="subTitle" idx="1"/>
          </p:nvPr>
        </p:nvSpPr>
        <p:spPr>
          <a:xfrm>
            <a:off x="914400" y="4572000"/>
            <a:ext cx="8615680" cy="1066800"/>
          </a:xfrm>
        </p:spPr>
        <p:style>
          <a:lnRef idx="2">
            <a:schemeClr val="accent2"/>
          </a:lnRef>
          <a:fillRef idx="1">
            <a:schemeClr val="lt1"/>
          </a:fillRef>
          <a:effectRef idx="0">
            <a:schemeClr val="accent2"/>
          </a:effectRef>
          <a:fontRef idx="none"/>
        </p:style>
        <p:txBody>
          <a:bodyPr anchor="t">
            <a:normAutofit/>
          </a:bodyPr>
          <a:lstStyle>
            <a:lvl1pPr marL="0" indent="0" algn="l">
              <a:buNone/>
              <a:defRPr sz="2400">
                <a:solidFill>
                  <a:schemeClr val="tx1"/>
                </a:solidFill>
              </a:defRPr>
            </a:lvl1pPr>
            <a:lvl2pPr marL="257175" indent="0" algn="ctr">
              <a:buNone/>
              <a:defRPr>
                <a:solidFill>
                  <a:schemeClr val="tx1">
                    <a:tint val="75000"/>
                  </a:schemeClr>
                </a:solidFill>
              </a:defRPr>
            </a:lvl2pPr>
            <a:lvl3pPr marL="514350" indent="0" algn="ctr">
              <a:buNone/>
              <a:defRPr>
                <a:solidFill>
                  <a:schemeClr val="tx1">
                    <a:tint val="75000"/>
                  </a:schemeClr>
                </a:solidFill>
              </a:defRPr>
            </a:lvl3pPr>
            <a:lvl4pPr marL="771525" indent="0" algn="ctr">
              <a:buNone/>
              <a:defRPr>
                <a:solidFill>
                  <a:schemeClr val="tx1">
                    <a:tint val="75000"/>
                  </a:schemeClr>
                </a:solidFill>
              </a:defRPr>
            </a:lvl4pPr>
            <a:lvl5pPr marL="1028700" indent="0" algn="ctr">
              <a:buNone/>
              <a:defRPr>
                <a:solidFill>
                  <a:schemeClr val="tx1">
                    <a:tint val="75000"/>
                  </a:schemeClr>
                </a:solidFill>
              </a:defRPr>
            </a:lvl5pPr>
            <a:lvl6pPr marL="1285875" indent="0" algn="ctr">
              <a:buNone/>
              <a:defRPr>
                <a:solidFill>
                  <a:schemeClr val="tx1">
                    <a:tint val="75000"/>
                  </a:schemeClr>
                </a:solidFill>
              </a:defRPr>
            </a:lvl6pPr>
            <a:lvl7pPr marL="1543050" indent="0" algn="ctr">
              <a:buNone/>
              <a:defRPr>
                <a:solidFill>
                  <a:schemeClr val="tx1">
                    <a:tint val="75000"/>
                  </a:schemeClr>
                </a:solidFill>
              </a:defRPr>
            </a:lvl7pPr>
            <a:lvl8pPr marL="1800225" indent="0" algn="ctr">
              <a:buNone/>
              <a:defRPr>
                <a:solidFill>
                  <a:schemeClr val="tx1">
                    <a:tint val="75000"/>
                  </a:schemeClr>
                </a:solidFill>
              </a:defRPr>
            </a:lvl8pPr>
            <a:lvl9pPr marL="2057400" indent="0" algn="ctr">
              <a:buNone/>
              <a:defRPr>
                <a:solidFill>
                  <a:schemeClr val="tx1">
                    <a:tint val="75000"/>
                  </a:schemeClr>
                </a:solidFill>
              </a:defRPr>
            </a:lvl9pPr>
          </a:lstStyle>
          <a:p>
            <a:r>
              <a:rPr lang="en-US"/>
              <a:t>Click to edit Master subtitle style</a:t>
            </a:r>
            <a:endParaRPr lang="en-US" dirty="0"/>
          </a:p>
        </p:txBody>
      </p:sp>
    </p:spTree>
    <p:extLst>
      <p:ext uri="{BB962C8B-B14F-4D97-AF65-F5344CB8AC3E}">
        <p14:creationId xmlns:p14="http://schemas.microsoft.com/office/powerpoint/2010/main" val="29162411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600"/>
            </a:lvl1pPr>
          </a:lstStyle>
          <a:p>
            <a:r>
              <a:rPr lang="en-US"/>
              <a:t>Click to edit Master title style</a:t>
            </a:r>
          </a:p>
        </p:txBody>
      </p:sp>
      <p:sp>
        <p:nvSpPr>
          <p:cNvPr id="3" name="Content Placeholder 2"/>
          <p:cNvSpPr>
            <a:spLocks noGrp="1"/>
          </p:cNvSpPr>
          <p:nvPr>
            <p:ph idx="1"/>
          </p:nvPr>
        </p:nvSpPr>
        <p:spPr/>
        <p:style>
          <a:lnRef idx="2">
            <a:schemeClr val="accent5"/>
          </a:lnRef>
          <a:fillRef idx="1">
            <a:schemeClr val="lt1"/>
          </a:fillRef>
          <a:effectRef idx="0">
            <a:schemeClr val="accent5"/>
          </a:effectRef>
          <a:fontRef idx="none"/>
        </p:style>
        <p:txBody>
          <a:bodyPr>
            <a:normAutofit/>
          </a:bodyPr>
          <a:lstStyle>
            <a:lvl1pPr>
              <a:defRPr sz="3200"/>
            </a:lvl1pPr>
            <a:lvl2pPr>
              <a:defRPr sz="3200"/>
            </a:lvl2pPr>
            <a:lvl3pPr>
              <a:defRPr sz="2400"/>
            </a:lvl3pPr>
            <a:lvl4pPr>
              <a:defRPr sz="2000"/>
            </a:lvl4pPr>
            <a:lvl5pPr>
              <a:defRPr sz="1800"/>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56202090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7" y="5486400"/>
            <a:ext cx="10212916" cy="1168400"/>
          </a:xfrm>
        </p:spPr>
        <p:txBody>
          <a:bodyPr anchor="t"/>
          <a:lstStyle>
            <a:lvl1pPr algn="l">
              <a:defRPr sz="2800" b="0" cap="all"/>
            </a:lvl1pPr>
          </a:lstStyle>
          <a:p>
            <a:r>
              <a:rPr lang="en-US"/>
              <a:t>Click to edit Master title style</a:t>
            </a:r>
            <a:endParaRPr lang="en-US" dirty="0"/>
          </a:p>
        </p:txBody>
      </p:sp>
      <p:sp>
        <p:nvSpPr>
          <p:cNvPr id="3" name="Text Placeholder 2"/>
          <p:cNvSpPr>
            <a:spLocks noGrp="1"/>
          </p:cNvSpPr>
          <p:nvPr>
            <p:ph type="body" idx="1"/>
          </p:nvPr>
        </p:nvSpPr>
        <p:spPr>
          <a:xfrm>
            <a:off x="963087" y="3852863"/>
            <a:ext cx="8180916" cy="1633538"/>
          </a:xfrm>
        </p:spPr>
        <p:style>
          <a:lnRef idx="2">
            <a:schemeClr val="accent2"/>
          </a:lnRef>
          <a:fillRef idx="1">
            <a:schemeClr val="lt1"/>
          </a:fillRef>
          <a:effectRef idx="0">
            <a:schemeClr val="accent2"/>
          </a:effectRef>
          <a:fontRef idx="none"/>
        </p:style>
        <p:txBody>
          <a:bodyPr anchor="b">
            <a:normAutofit/>
          </a:bodyPr>
          <a:lstStyle>
            <a:lvl1pPr marL="0" indent="0">
              <a:buNone/>
              <a:defRPr sz="3200">
                <a:solidFill>
                  <a:schemeClr val="tx1"/>
                </a:solidFill>
              </a:defRPr>
            </a:lvl1pPr>
            <a:lvl2pPr marL="257175" indent="0">
              <a:buNone/>
              <a:defRPr sz="1013">
                <a:solidFill>
                  <a:schemeClr val="tx1">
                    <a:tint val="75000"/>
                  </a:schemeClr>
                </a:solidFill>
              </a:defRPr>
            </a:lvl2pPr>
            <a:lvl3pPr marL="514350" indent="0">
              <a:buNone/>
              <a:defRPr sz="900">
                <a:solidFill>
                  <a:schemeClr val="tx1">
                    <a:tint val="75000"/>
                  </a:schemeClr>
                </a:solidFill>
              </a:defRPr>
            </a:lvl3pPr>
            <a:lvl4pPr marL="771525" indent="0">
              <a:buNone/>
              <a:defRPr sz="788">
                <a:solidFill>
                  <a:schemeClr val="tx1">
                    <a:tint val="75000"/>
                  </a:schemeClr>
                </a:solidFill>
              </a:defRPr>
            </a:lvl4pPr>
            <a:lvl5pPr marL="1028700" indent="0">
              <a:buNone/>
              <a:defRPr sz="788">
                <a:solidFill>
                  <a:schemeClr val="tx1">
                    <a:tint val="75000"/>
                  </a:schemeClr>
                </a:solidFill>
              </a:defRPr>
            </a:lvl5pPr>
            <a:lvl6pPr marL="1285875" indent="0">
              <a:buNone/>
              <a:defRPr sz="788">
                <a:solidFill>
                  <a:schemeClr val="tx1">
                    <a:tint val="75000"/>
                  </a:schemeClr>
                </a:solidFill>
              </a:defRPr>
            </a:lvl6pPr>
            <a:lvl7pPr marL="1543050" indent="0">
              <a:buNone/>
              <a:defRPr sz="788">
                <a:solidFill>
                  <a:schemeClr val="tx1">
                    <a:tint val="75000"/>
                  </a:schemeClr>
                </a:solidFill>
              </a:defRPr>
            </a:lvl7pPr>
            <a:lvl8pPr marL="1800225" indent="0">
              <a:buNone/>
              <a:defRPr sz="788">
                <a:solidFill>
                  <a:schemeClr val="tx1">
                    <a:tint val="75000"/>
                  </a:schemeClr>
                </a:solidFill>
              </a:defRPr>
            </a:lvl8pPr>
            <a:lvl9pPr marL="2057400" indent="0">
              <a:buNone/>
              <a:defRPr sz="788">
                <a:solidFill>
                  <a:schemeClr val="tx1">
                    <a:tint val="75000"/>
                  </a:schemeClr>
                </a:solidFill>
              </a:defRPr>
            </a:lvl9pPr>
          </a:lstStyle>
          <a:p>
            <a:pPr lvl="0"/>
            <a:r>
              <a:rPr lang="en-US"/>
              <a:t>Edit Master text styles</a:t>
            </a:r>
          </a:p>
        </p:txBody>
      </p:sp>
    </p:spTree>
    <p:extLst>
      <p:ext uri="{BB962C8B-B14F-4D97-AF65-F5344CB8AC3E}">
        <p14:creationId xmlns:p14="http://schemas.microsoft.com/office/powerpoint/2010/main" val="261704110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536192"/>
            <a:ext cx="5364480" cy="4590288"/>
          </a:xfrm>
        </p:spPr>
        <p:style>
          <a:lnRef idx="2">
            <a:schemeClr val="accent5"/>
          </a:lnRef>
          <a:fillRef idx="1">
            <a:schemeClr val="lt1"/>
          </a:fillRef>
          <a:effectRef idx="0">
            <a:schemeClr val="accent5"/>
          </a:effectRef>
          <a:fontRef idx="none"/>
        </p:style>
        <p:txBody>
          <a:bodyPr>
            <a:normAutofit/>
          </a:bodyPr>
          <a:lstStyle>
            <a:lvl1pPr>
              <a:defRPr sz="3200"/>
            </a:lvl1pPr>
            <a:lvl2pPr>
              <a:defRPr sz="2800"/>
            </a:lvl2pPr>
            <a:lvl3pPr>
              <a:defRPr sz="2400"/>
            </a:lvl3pPr>
            <a:lvl4pPr>
              <a:defRPr sz="1800"/>
            </a:lvl4pPr>
            <a:lvl5pPr>
              <a:defRPr sz="1800"/>
            </a:lvl5pPr>
            <a:lvl6pPr>
              <a:defRPr sz="1013"/>
            </a:lvl6pPr>
            <a:lvl7pPr>
              <a:defRPr sz="1013"/>
            </a:lvl7pPr>
            <a:lvl8pPr>
              <a:defRPr sz="1013"/>
            </a:lvl8pPr>
            <a:lvl9pPr>
              <a:defRPr sz="1013"/>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97600" y="1524000"/>
            <a:ext cx="5364480" cy="4590288"/>
          </a:xfrm>
        </p:spPr>
        <p:style>
          <a:lnRef idx="2">
            <a:schemeClr val="accent5"/>
          </a:lnRef>
          <a:fillRef idx="1">
            <a:schemeClr val="lt1"/>
          </a:fillRef>
          <a:effectRef idx="0">
            <a:schemeClr val="accent5"/>
          </a:effectRef>
          <a:fontRef idx="none"/>
        </p:style>
        <p:txBody>
          <a:bodyPr>
            <a:normAutofit/>
          </a:bodyPr>
          <a:lstStyle>
            <a:lvl1pPr>
              <a:defRPr sz="3200"/>
            </a:lvl1pPr>
            <a:lvl2pPr>
              <a:defRPr sz="2800"/>
            </a:lvl2pPr>
            <a:lvl3pPr>
              <a:defRPr sz="2400"/>
            </a:lvl3pPr>
            <a:lvl4pPr>
              <a:defRPr sz="1800"/>
            </a:lvl4pPr>
            <a:lvl5pPr>
              <a:defRPr sz="1800"/>
            </a:lvl5pPr>
            <a:lvl6pPr>
              <a:defRPr sz="1013"/>
            </a:lvl6pPr>
            <a:lvl7pPr>
              <a:defRPr sz="1013"/>
            </a:lvl7pPr>
            <a:lvl8pPr>
              <a:defRPr sz="1013"/>
            </a:lvl8pPr>
            <a:lvl9pPr>
              <a:defRPr sz="1013"/>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80733838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70038"/>
            <a:ext cx="5364480" cy="639762"/>
          </a:xfrm>
          <a:noFill/>
        </p:spPr>
        <p:txBody>
          <a:bodyPr anchor="ctr">
            <a:noAutofit/>
          </a:bodyPr>
          <a:lstStyle>
            <a:lvl1pPr marL="0" indent="0" algn="ctr">
              <a:buNone/>
              <a:defRPr sz="2400" b="1">
                <a:solidFill>
                  <a:schemeClr val="bg1"/>
                </a:solidFill>
              </a:defRPr>
            </a:lvl1pPr>
            <a:lvl2pPr marL="257175" indent="0">
              <a:buNone/>
              <a:defRPr sz="1125" b="1"/>
            </a:lvl2pPr>
            <a:lvl3pPr marL="514350" indent="0">
              <a:buNone/>
              <a:defRPr sz="1013" b="1"/>
            </a:lvl3pPr>
            <a:lvl4pPr marL="771525" indent="0">
              <a:buNone/>
              <a:defRPr sz="900" b="1"/>
            </a:lvl4pPr>
            <a:lvl5pPr marL="1028700" indent="0">
              <a:buNone/>
              <a:defRPr sz="900" b="1"/>
            </a:lvl5pPr>
            <a:lvl6pPr marL="1285875" indent="0">
              <a:buNone/>
              <a:defRPr sz="900" b="1"/>
            </a:lvl6pPr>
            <a:lvl7pPr marL="1543050" indent="0">
              <a:buNone/>
              <a:defRPr sz="900" b="1"/>
            </a:lvl7pPr>
            <a:lvl8pPr marL="1800225" indent="0">
              <a:buNone/>
              <a:defRPr sz="900" b="1"/>
            </a:lvl8pPr>
            <a:lvl9pPr marL="2057400" indent="0">
              <a:buNone/>
              <a:defRPr sz="900" b="1"/>
            </a:lvl9pPr>
          </a:lstStyle>
          <a:p>
            <a:pPr lvl="0"/>
            <a:r>
              <a:rPr lang="en-US"/>
              <a:t>Edit Master text styles</a:t>
            </a:r>
          </a:p>
        </p:txBody>
      </p:sp>
      <p:sp>
        <p:nvSpPr>
          <p:cNvPr id="4" name="Content Placeholder 3"/>
          <p:cNvSpPr>
            <a:spLocks noGrp="1"/>
          </p:cNvSpPr>
          <p:nvPr>
            <p:ph sz="half" idx="2"/>
          </p:nvPr>
        </p:nvSpPr>
        <p:spPr>
          <a:xfrm>
            <a:off x="609600" y="2209800"/>
            <a:ext cx="5364480" cy="3951288"/>
          </a:xfrm>
        </p:spPr>
        <p:style>
          <a:lnRef idx="2">
            <a:schemeClr val="accent5"/>
          </a:lnRef>
          <a:fillRef idx="1">
            <a:schemeClr val="lt1"/>
          </a:fillRef>
          <a:effectRef idx="0">
            <a:schemeClr val="accent5"/>
          </a:effectRef>
          <a:fontRef idx="none"/>
        </p:style>
        <p:txBody>
          <a:bodyPr/>
          <a:lstStyle>
            <a:lvl1pPr>
              <a:defRPr sz="2800"/>
            </a:lvl1pPr>
            <a:lvl2pPr>
              <a:defRPr sz="2400"/>
            </a:lvl2pPr>
            <a:lvl3pPr>
              <a:defRPr sz="1800"/>
            </a:lvl3pPr>
            <a:lvl4pPr>
              <a:defRPr sz="1600"/>
            </a:lvl4pPr>
            <a:lvl5pPr>
              <a:defRPr sz="1600"/>
            </a:lvl5pPr>
            <a:lvl6pPr>
              <a:defRPr sz="900"/>
            </a:lvl6pPr>
            <a:lvl7pPr>
              <a:defRPr sz="900"/>
            </a:lvl7pPr>
            <a:lvl8pPr>
              <a:defRPr sz="900"/>
            </a:lvl8pPr>
            <a:lvl9pPr>
              <a:defRPr sz="9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97600" y="1570038"/>
            <a:ext cx="5364480" cy="639762"/>
          </a:xfrm>
          <a:noFill/>
        </p:spPr>
        <p:txBody>
          <a:bodyPr anchor="ctr">
            <a:noAutofit/>
          </a:bodyPr>
          <a:lstStyle>
            <a:lvl1pPr marL="0" indent="0" algn="ctr">
              <a:buNone/>
              <a:defRPr sz="2400" b="1">
                <a:solidFill>
                  <a:schemeClr val="bg1"/>
                </a:solidFill>
              </a:defRPr>
            </a:lvl1pPr>
            <a:lvl2pPr marL="257175" indent="0">
              <a:buNone/>
              <a:defRPr sz="1125" b="1"/>
            </a:lvl2pPr>
            <a:lvl3pPr marL="514350" indent="0">
              <a:buNone/>
              <a:defRPr sz="1013" b="1"/>
            </a:lvl3pPr>
            <a:lvl4pPr marL="771525" indent="0">
              <a:buNone/>
              <a:defRPr sz="900" b="1"/>
            </a:lvl4pPr>
            <a:lvl5pPr marL="1028700" indent="0">
              <a:buNone/>
              <a:defRPr sz="900" b="1"/>
            </a:lvl5pPr>
            <a:lvl6pPr marL="1285875" indent="0">
              <a:buNone/>
              <a:defRPr sz="900" b="1"/>
            </a:lvl6pPr>
            <a:lvl7pPr marL="1543050" indent="0">
              <a:buNone/>
              <a:defRPr sz="900" b="1"/>
            </a:lvl7pPr>
            <a:lvl8pPr marL="1800225" indent="0">
              <a:buNone/>
              <a:defRPr sz="900" b="1"/>
            </a:lvl8pPr>
            <a:lvl9pPr marL="2057400" indent="0">
              <a:buNone/>
              <a:defRPr sz="900" b="1"/>
            </a:lvl9pPr>
          </a:lstStyle>
          <a:p>
            <a:pPr lvl="0"/>
            <a:r>
              <a:rPr lang="en-US"/>
              <a:t>Edit Master text styles</a:t>
            </a:r>
          </a:p>
        </p:txBody>
      </p:sp>
      <p:sp>
        <p:nvSpPr>
          <p:cNvPr id="6" name="Content Placeholder 5"/>
          <p:cNvSpPr>
            <a:spLocks noGrp="1"/>
          </p:cNvSpPr>
          <p:nvPr>
            <p:ph sz="quarter" idx="4"/>
          </p:nvPr>
        </p:nvSpPr>
        <p:spPr>
          <a:xfrm>
            <a:off x="6197600" y="2209800"/>
            <a:ext cx="5364480" cy="3951288"/>
          </a:xfrm>
        </p:spPr>
        <p:style>
          <a:lnRef idx="2">
            <a:schemeClr val="accent5"/>
          </a:lnRef>
          <a:fillRef idx="1">
            <a:schemeClr val="lt1"/>
          </a:fillRef>
          <a:effectRef idx="0">
            <a:schemeClr val="accent5"/>
          </a:effectRef>
          <a:fontRef idx="none"/>
        </p:style>
        <p:txBody>
          <a:bodyPr/>
          <a:lstStyle>
            <a:lvl1pPr>
              <a:defRPr sz="2800"/>
            </a:lvl1pPr>
            <a:lvl2pPr>
              <a:defRPr sz="2400"/>
            </a:lvl2pPr>
            <a:lvl3pPr>
              <a:defRPr sz="1800"/>
            </a:lvl3pPr>
            <a:lvl4pPr>
              <a:defRPr sz="1600"/>
            </a:lvl4pPr>
            <a:lvl5pPr>
              <a:defRPr sz="1600"/>
            </a:lvl5pPr>
            <a:lvl6pPr>
              <a:defRPr sz="900"/>
            </a:lvl6pPr>
            <a:lvl7pPr>
              <a:defRPr sz="900"/>
            </a:lvl7pPr>
            <a:lvl8pPr>
              <a:defRPr sz="900"/>
            </a:lvl8pPr>
            <a:lvl9pPr>
              <a:defRPr sz="9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68133739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411045898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5578357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06401" y="5495544"/>
            <a:ext cx="11379200" cy="594360"/>
          </a:xfrm>
        </p:spPr>
        <p:txBody>
          <a:bodyPr anchor="b"/>
          <a:lstStyle>
            <a:lvl1pPr algn="ctr">
              <a:defRPr sz="1238" b="1"/>
            </a:lvl1pPr>
          </a:lstStyle>
          <a:p>
            <a:r>
              <a:rPr lang="en-US"/>
              <a:t>Click to edit Master title style</a:t>
            </a:r>
            <a:endParaRPr lang="en-US" dirty="0"/>
          </a:p>
        </p:txBody>
      </p:sp>
      <p:sp>
        <p:nvSpPr>
          <p:cNvPr id="4" name="Text Placeholder 3"/>
          <p:cNvSpPr>
            <a:spLocks noGrp="1"/>
          </p:cNvSpPr>
          <p:nvPr>
            <p:ph type="body" sz="half" idx="2"/>
          </p:nvPr>
        </p:nvSpPr>
        <p:spPr>
          <a:xfrm>
            <a:off x="406402" y="6096000"/>
            <a:ext cx="11379201" cy="609600"/>
          </a:xfrm>
          <a:noFill/>
        </p:spPr>
        <p:style>
          <a:lnRef idx="2">
            <a:schemeClr val="accent5"/>
          </a:lnRef>
          <a:fillRef idx="1">
            <a:schemeClr val="lt1"/>
          </a:fillRef>
          <a:effectRef idx="0">
            <a:schemeClr val="accent5"/>
          </a:effectRef>
          <a:fontRef idx="none"/>
        </p:style>
        <p:txBody>
          <a:bodyPr>
            <a:normAutofit/>
          </a:bodyPr>
          <a:lstStyle>
            <a:lvl1pPr marL="0" indent="0" algn="ctr">
              <a:buNone/>
              <a:defRPr sz="900"/>
            </a:lvl1pPr>
            <a:lvl2pPr marL="257175" indent="0">
              <a:buNone/>
              <a:defRPr sz="675"/>
            </a:lvl2pPr>
            <a:lvl3pPr marL="514350" indent="0">
              <a:buNone/>
              <a:defRPr sz="563"/>
            </a:lvl3pPr>
            <a:lvl4pPr marL="771525" indent="0">
              <a:buNone/>
              <a:defRPr sz="506"/>
            </a:lvl4pPr>
            <a:lvl5pPr marL="1028700" indent="0">
              <a:buNone/>
              <a:defRPr sz="506"/>
            </a:lvl5pPr>
            <a:lvl6pPr marL="1285875" indent="0">
              <a:buNone/>
              <a:defRPr sz="506"/>
            </a:lvl6pPr>
            <a:lvl7pPr marL="1543050" indent="0">
              <a:buNone/>
              <a:defRPr sz="506"/>
            </a:lvl7pPr>
            <a:lvl8pPr marL="1800225" indent="0">
              <a:buNone/>
              <a:defRPr sz="506"/>
            </a:lvl8pPr>
            <a:lvl9pPr marL="2057400" indent="0">
              <a:buNone/>
              <a:defRPr sz="506"/>
            </a:lvl9pPr>
          </a:lstStyle>
          <a:p>
            <a:pPr lvl="0"/>
            <a:r>
              <a:rPr lang="en-US"/>
              <a:t>Edit Master text styles</a:t>
            </a:r>
          </a:p>
        </p:txBody>
      </p:sp>
      <p:sp>
        <p:nvSpPr>
          <p:cNvPr id="9" name="Content Placeholder 8"/>
          <p:cNvSpPr>
            <a:spLocks noGrp="1"/>
          </p:cNvSpPr>
          <p:nvPr>
            <p:ph sz="quarter" idx="13"/>
          </p:nvPr>
        </p:nvSpPr>
        <p:spPr>
          <a:xfrm>
            <a:off x="406400" y="381000"/>
            <a:ext cx="11379200" cy="4942840"/>
          </a:xfrm>
        </p:spPr>
        <p:style>
          <a:lnRef idx="2">
            <a:schemeClr val="accent5"/>
          </a:lnRef>
          <a:fillRef idx="1">
            <a:schemeClr val="lt1"/>
          </a:fillRef>
          <a:effectRef idx="0">
            <a:schemeClr val="accent5"/>
          </a:effectRef>
          <a:fontRef idx="none"/>
        </p:style>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2894271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xOverObj">
  <p:cSld name="Title and Text Over Content">
    <p:spTree>
      <p:nvGrpSpPr>
        <p:cNvPr id="1" name=""/>
        <p:cNvGrpSpPr/>
        <p:nvPr/>
      </p:nvGrpSpPr>
      <p:grpSpPr>
        <a:xfrm>
          <a:off x="0" y="0"/>
          <a:ext cx="0" cy="0"/>
          <a:chOff x="0" y="0"/>
          <a:chExt cx="0" cy="0"/>
        </a:xfrm>
      </p:grpSpPr>
      <p:sp>
        <p:nvSpPr>
          <p:cNvPr id="2" name="Title 1"/>
          <p:cNvSpPr>
            <a:spLocks noGrp="1"/>
          </p:cNvSpPr>
          <p:nvPr>
            <p:ph type="title"/>
          </p:nvPr>
        </p:nvSpPr>
        <p:spPr>
          <a:xfrm>
            <a:off x="914400" y="609600"/>
            <a:ext cx="10363200" cy="1143000"/>
          </a:xfrm>
        </p:spPr>
        <p:txBody>
          <a:bodyPr/>
          <a:lstStyle/>
          <a:p>
            <a:r>
              <a:rPr lang="en-US"/>
              <a:t>Click to edit Master title style</a:t>
            </a:r>
          </a:p>
        </p:txBody>
      </p:sp>
      <p:sp>
        <p:nvSpPr>
          <p:cNvPr id="3" name="Text Placeholder 2"/>
          <p:cNvSpPr>
            <a:spLocks noGrp="1"/>
          </p:cNvSpPr>
          <p:nvPr>
            <p:ph type="body" sz="half" idx="1"/>
          </p:nvPr>
        </p:nvSpPr>
        <p:spPr>
          <a:xfrm>
            <a:off x="914400" y="1981200"/>
            <a:ext cx="10363200" cy="19812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914400" y="4114800"/>
            <a:ext cx="10363200" cy="19812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a:xfrm rot="16200000">
            <a:off x="10474870" y="1584960"/>
            <a:ext cx="2438399" cy="487680"/>
          </a:xfrm>
          <a:prstGeom prst="rect">
            <a:avLst/>
          </a:prstGeom>
        </p:spPr>
        <p:txBody>
          <a:bodyPr/>
          <a:lstStyle/>
          <a:p>
            <a:fld id="{6F8B1E7F-8A42-40E4-9CF3-CF643FA4249D}" type="datetimeFigureOut">
              <a:rPr lang="en-US" smtClean="0"/>
              <a:t>28-Dec-16</a:t>
            </a:fld>
            <a:endParaRPr lang="en-US"/>
          </a:p>
        </p:txBody>
      </p:sp>
      <p:sp>
        <p:nvSpPr>
          <p:cNvPr id="8" name="Footer Placeholder 4"/>
          <p:cNvSpPr>
            <a:spLocks noGrp="1"/>
          </p:cNvSpPr>
          <p:nvPr>
            <p:ph type="ftr" sz="quarter" idx="11"/>
          </p:nvPr>
        </p:nvSpPr>
        <p:spPr>
          <a:xfrm rot="16200000">
            <a:off x="10510429" y="3987800"/>
            <a:ext cx="2367281" cy="487680"/>
          </a:xfrm>
          <a:prstGeom prst="rect">
            <a:avLst/>
          </a:prstGeom>
        </p:spPr>
        <p:txBody>
          <a:bodyPr/>
          <a:lstStyle/>
          <a:p>
            <a:endParaRPr lang="en-US"/>
          </a:p>
        </p:txBody>
      </p:sp>
      <p:sp>
        <p:nvSpPr>
          <p:cNvPr id="9" name="Slide Number Placeholder 5"/>
          <p:cNvSpPr>
            <a:spLocks noGrp="1"/>
          </p:cNvSpPr>
          <p:nvPr>
            <p:ph type="sldNum" sz="quarter" idx="12"/>
          </p:nvPr>
        </p:nvSpPr>
        <p:spPr>
          <a:xfrm>
            <a:off x="11375717" y="5648960"/>
            <a:ext cx="731520" cy="396240"/>
          </a:xfrm>
          <a:prstGeom prst="bracketPair">
            <a:avLst>
              <a:gd name="adj" fmla="val 17949"/>
            </a:avLst>
          </a:prstGeom>
        </p:spPr>
        <p:txBody>
          <a:bodyPr/>
          <a:lstStyle/>
          <a:p>
            <a:fld id="{01E7E831-D999-4C39-9960-F100EE735C35}" type="slidenum">
              <a:rPr lang="en-US" smtClean="0"/>
              <a:t>‹#›</a:t>
            </a:fld>
            <a:endParaRPr lang="en-US"/>
          </a:p>
        </p:txBody>
      </p:sp>
    </p:spTree>
    <p:extLst>
      <p:ext uri="{BB962C8B-B14F-4D97-AF65-F5344CB8AC3E}">
        <p14:creationId xmlns:p14="http://schemas.microsoft.com/office/powerpoint/2010/main" val="284774494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Socrative">
    <p:spTree>
      <p:nvGrpSpPr>
        <p:cNvPr id="1" name=""/>
        <p:cNvGrpSpPr/>
        <p:nvPr/>
      </p:nvGrpSpPr>
      <p:grpSpPr>
        <a:xfrm>
          <a:off x="0" y="0"/>
          <a:ext cx="0" cy="0"/>
          <a:chOff x="0" y="0"/>
          <a:chExt cx="0" cy="0"/>
        </a:xfrm>
      </p:grpSpPr>
      <p:sp>
        <p:nvSpPr>
          <p:cNvPr id="6" name="Slide Number Placeholder 4"/>
          <p:cNvSpPr>
            <a:spLocks noGrp="1"/>
          </p:cNvSpPr>
          <p:nvPr>
            <p:ph type="sldNum" sz="quarter" idx="12"/>
          </p:nvPr>
        </p:nvSpPr>
        <p:spPr>
          <a:xfrm>
            <a:off x="11375717" y="5648960"/>
            <a:ext cx="731520" cy="396240"/>
          </a:xfrm>
          <a:prstGeom prst="bracketPair">
            <a:avLst>
              <a:gd name="adj" fmla="val 17949"/>
            </a:avLst>
          </a:prstGeom>
        </p:spPr>
        <p:txBody>
          <a:bodyPr/>
          <a:lstStyle/>
          <a:p>
            <a:pPr>
              <a:defRPr/>
            </a:pPr>
            <a:fld id="{B98D8915-25D4-4658-BC43-48DE22203236}" type="slidenum">
              <a:rPr lang="en-US" smtClean="0"/>
              <a:pPr>
                <a:defRPr/>
              </a:pPr>
              <a:t>‹#›</a:t>
            </a:fld>
            <a:endParaRPr lang="en-US"/>
          </a:p>
        </p:txBody>
      </p:sp>
      <p:sp>
        <p:nvSpPr>
          <p:cNvPr id="9" name="Content Placeholder 2"/>
          <p:cNvSpPr>
            <a:spLocks noGrp="1"/>
          </p:cNvSpPr>
          <p:nvPr>
            <p:ph idx="1"/>
          </p:nvPr>
        </p:nvSpPr>
        <p:spPr>
          <a:xfrm>
            <a:off x="609600" y="1600205"/>
            <a:ext cx="10972800" cy="4530725"/>
          </a:xfrm>
        </p:spPr>
        <p:txBody>
          <a:bodyPr/>
          <a:lstStyle>
            <a:lvl1pPr marL="0" indent="0">
              <a:buFont typeface="+mj-lt"/>
              <a:buNone/>
              <a:defRPr/>
            </a:lvl1pPr>
          </a:lstStyle>
          <a:p>
            <a:pPr marL="0" indent="0">
              <a:buNone/>
            </a:pPr>
            <a:endParaRPr lang="en-US" dirty="0"/>
          </a:p>
          <a:p>
            <a:pPr marL="514350" indent="-514350">
              <a:buFont typeface="+mj-lt"/>
              <a:buAutoNum type="arabicPeriod"/>
            </a:pPr>
            <a:r>
              <a:rPr lang="en-US" dirty="0"/>
              <a:t> </a:t>
            </a:r>
          </a:p>
          <a:p>
            <a:pPr marL="514350" indent="-514350">
              <a:buFont typeface="+mj-lt"/>
              <a:buAutoNum type="arabicPeriod"/>
            </a:pPr>
            <a:endParaRPr lang="en-US" dirty="0"/>
          </a:p>
          <a:p>
            <a:pPr marL="0" indent="0">
              <a:buNone/>
            </a:pPr>
            <a:endParaRPr lang="en-US" dirty="0"/>
          </a:p>
        </p:txBody>
      </p:sp>
      <p:sp>
        <p:nvSpPr>
          <p:cNvPr id="11" name="TextBox 10"/>
          <p:cNvSpPr txBox="1"/>
          <p:nvPr userDrawn="1"/>
        </p:nvSpPr>
        <p:spPr>
          <a:xfrm>
            <a:off x="3943789" y="627745"/>
            <a:ext cx="7588075" cy="400110"/>
          </a:xfrm>
          <a:prstGeom prst="rect">
            <a:avLst/>
          </a:prstGeom>
        </p:spPr>
        <p:style>
          <a:lnRef idx="2">
            <a:schemeClr val="accent3"/>
          </a:lnRef>
          <a:fillRef idx="1">
            <a:schemeClr val="lt1"/>
          </a:fillRef>
          <a:effectRef idx="0">
            <a:schemeClr val="accent3"/>
          </a:effectRef>
          <a:fontRef idx="minor">
            <a:schemeClr val="dk1"/>
          </a:fontRef>
        </p:style>
        <p:txBody>
          <a:bodyPr wrap="square" rtlCol="0">
            <a:spAutoFit/>
          </a:bodyPr>
          <a:lstStyle/>
          <a:p>
            <a:pPr algn="l"/>
            <a:r>
              <a:rPr lang="en-US" sz="2000" dirty="0"/>
              <a:t>Go to </a:t>
            </a:r>
            <a:r>
              <a:rPr lang="en-US" sz="2000" dirty="0">
                <a:hlinkClick r:id="rId2"/>
              </a:rPr>
              <a:t>www.socrative.com</a:t>
            </a:r>
            <a:r>
              <a:rPr lang="en-US" sz="2000" dirty="0"/>
              <a:t> and log into CNMROBGARNER</a:t>
            </a:r>
          </a:p>
        </p:txBody>
      </p:sp>
      <p:pic>
        <p:nvPicPr>
          <p:cNvPr id="1026" name="Picture 2" descr="https://socrative-production-static-web.s3.amazonaws.com/img/logo_new.jpg">
            <a:hlinkClick r:id="rId2"/>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728133" y="412103"/>
            <a:ext cx="2922411" cy="77672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a:extLst/>
        </p:spPr>
      </p:pic>
    </p:spTree>
    <p:extLst>
      <p:ext uri="{BB962C8B-B14F-4D97-AF65-F5344CB8AC3E}">
        <p14:creationId xmlns:p14="http://schemas.microsoft.com/office/powerpoint/2010/main" val="34001120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5.xml"/><Relationship Id="rId3" Type="http://schemas.openxmlformats.org/officeDocument/2006/relationships/slideLayout" Target="../slideLayouts/slideLayout20.xml"/><Relationship Id="rId7" Type="http://schemas.openxmlformats.org/officeDocument/2006/relationships/slideLayout" Target="../slideLayouts/slideLayout24.xml"/><Relationship Id="rId12" Type="http://schemas.openxmlformats.org/officeDocument/2006/relationships/image" Target="../media/image4.png"/><Relationship Id="rId2" Type="http://schemas.openxmlformats.org/officeDocument/2006/relationships/slideLayout" Target="../slideLayouts/slideLayout19.xml"/><Relationship Id="rId1" Type="http://schemas.openxmlformats.org/officeDocument/2006/relationships/slideLayout" Target="../slideLayouts/slideLayout18.xml"/><Relationship Id="rId6" Type="http://schemas.openxmlformats.org/officeDocument/2006/relationships/slideLayout" Target="../slideLayouts/slideLayout23.xml"/><Relationship Id="rId11" Type="http://schemas.openxmlformats.org/officeDocument/2006/relationships/theme" Target="../theme/theme2.xml"/><Relationship Id="rId5" Type="http://schemas.openxmlformats.org/officeDocument/2006/relationships/slideLayout" Target="../slideLayouts/slideLayout22.xml"/><Relationship Id="rId10" Type="http://schemas.openxmlformats.org/officeDocument/2006/relationships/slideLayout" Target="../slideLayouts/slideLayout27.xml"/><Relationship Id="rId4" Type="http://schemas.openxmlformats.org/officeDocument/2006/relationships/slideLayout" Target="../slideLayouts/slideLayout21.xml"/><Relationship Id="rId9" Type="http://schemas.openxmlformats.org/officeDocument/2006/relationships/slideLayout" Target="../slideLayouts/slideLayout2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7" name="Rectangle 2"/>
          <p:cNvSpPr>
            <a:spLocks noGrp="1" noChangeArrowheads="1"/>
          </p:cNvSpPr>
          <p:nvPr>
            <p:ph type="title"/>
          </p:nvPr>
        </p:nvSpPr>
        <p:spPr bwMode="auto">
          <a:xfrm>
            <a:off x="609600" y="274638"/>
            <a:ext cx="10972800" cy="11430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8" name="Rectangle 3"/>
          <p:cNvSpPr>
            <a:spLocks noGrp="1" noChangeArrowheads="1"/>
          </p:cNvSpPr>
          <p:nvPr>
            <p:ph type="body" idx="1"/>
          </p:nvPr>
        </p:nvSpPr>
        <p:spPr bwMode="auto">
          <a:xfrm>
            <a:off x="609600" y="1600201"/>
            <a:ext cx="10972800" cy="449248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Rectangle 5"/>
          <p:cNvSpPr/>
          <p:nvPr/>
        </p:nvSpPr>
        <p:spPr>
          <a:xfrm>
            <a:off x="609600" y="6211958"/>
            <a:ext cx="10972800" cy="455827"/>
          </a:xfrm>
          <a:prstGeom prst="rect">
            <a:avLst/>
          </a:prstGeom>
          <a:solidFill>
            <a:srgbClr val="3E3E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dirty="0"/>
              <a:t>Slides based on material from:</a:t>
            </a:r>
            <a:r>
              <a:rPr lang="en-US" sz="1050" baseline="0" dirty="0"/>
              <a:t> </a:t>
            </a:r>
            <a:r>
              <a:rPr lang="en-US" sz="1050" u="sng" dirty="0"/>
              <a:t>Professional C# 5.0 and .NET 4.5.1.</a:t>
            </a:r>
            <a:r>
              <a:rPr lang="en-US" sz="1050" u="none" dirty="0"/>
              <a:t> Nagel,</a:t>
            </a:r>
            <a:r>
              <a:rPr lang="en-US" sz="1050" dirty="0"/>
              <a:t> Christian; Glynn, Jay; Skinner, Morgan (2014-02-19). Wiley. </a:t>
            </a:r>
          </a:p>
        </p:txBody>
      </p:sp>
    </p:spTree>
    <p:extLst>
      <p:ext uri="{BB962C8B-B14F-4D97-AF65-F5344CB8AC3E}">
        <p14:creationId xmlns:p14="http://schemas.microsoft.com/office/powerpoint/2010/main" val="2391088295"/>
      </p:ext>
    </p:extLst>
  </p:cSld>
  <p:clrMap bg1="lt1" tx1="dk1" bg2="lt2" tx2="dk2" accent1="accent1" accent2="accent2" accent3="accent3" accent4="accent4" accent5="accent5" accent6="accent6" hlink="hlink" folHlink="folHlink"/>
  <p:sldLayoutIdLst>
    <p:sldLayoutId id="2147483693" r:id="rId1"/>
    <p:sldLayoutId id="2147483694" r:id="rId2"/>
    <p:sldLayoutId id="2147483695" r:id="rId3"/>
    <p:sldLayoutId id="2147483696" r:id="rId4"/>
    <p:sldLayoutId id="2147483697" r:id="rId5"/>
    <p:sldLayoutId id="2147483698" r:id="rId6"/>
    <p:sldLayoutId id="2147483699" r:id="rId7"/>
    <p:sldLayoutId id="2147483700" r:id="rId8"/>
    <p:sldLayoutId id="2147483701" r:id="rId9"/>
    <p:sldLayoutId id="2147483702" r:id="rId10"/>
    <p:sldLayoutId id="2147483703" r:id="rId11"/>
    <p:sldLayoutId id="2147483704" r:id="rId12"/>
    <p:sldLayoutId id="2147483705" r:id="rId13"/>
    <p:sldLayoutId id="2147483706" r:id="rId14"/>
    <p:sldLayoutId id="2147483707" r:id="rId15"/>
    <p:sldLayoutId id="2147483708" r:id="rId16"/>
    <p:sldLayoutId id="2147483709" r:id="rId17"/>
  </p:sldLayoutIdLst>
  <p:txStyles>
    <p:titleStyle>
      <a:lvl1pPr algn="ctr" rtl="0" eaLnBrk="1" fontAlgn="base" hangingPunct="1">
        <a:spcBef>
          <a:spcPct val="0"/>
        </a:spcBef>
        <a:spcAft>
          <a:spcPct val="0"/>
        </a:spcAft>
        <a:defRPr sz="3300">
          <a:solidFill>
            <a:srgbClr val="004990"/>
          </a:solidFill>
          <a:latin typeface="+mj-lt"/>
          <a:ea typeface="+mj-ea"/>
          <a:cs typeface="+mj-cs"/>
        </a:defRPr>
      </a:lvl1pPr>
      <a:lvl2pPr algn="ctr" rtl="0" eaLnBrk="1" fontAlgn="base" hangingPunct="1">
        <a:spcBef>
          <a:spcPct val="0"/>
        </a:spcBef>
        <a:spcAft>
          <a:spcPct val="0"/>
        </a:spcAft>
        <a:defRPr sz="3300">
          <a:solidFill>
            <a:srgbClr val="004990"/>
          </a:solidFill>
          <a:latin typeface="Arial Black" pitchFamily="34" charset="0"/>
        </a:defRPr>
      </a:lvl2pPr>
      <a:lvl3pPr algn="ctr" rtl="0" eaLnBrk="1" fontAlgn="base" hangingPunct="1">
        <a:spcBef>
          <a:spcPct val="0"/>
        </a:spcBef>
        <a:spcAft>
          <a:spcPct val="0"/>
        </a:spcAft>
        <a:defRPr sz="3300">
          <a:solidFill>
            <a:srgbClr val="004990"/>
          </a:solidFill>
          <a:latin typeface="Arial Black" pitchFamily="34" charset="0"/>
        </a:defRPr>
      </a:lvl3pPr>
      <a:lvl4pPr algn="ctr" rtl="0" eaLnBrk="1" fontAlgn="base" hangingPunct="1">
        <a:spcBef>
          <a:spcPct val="0"/>
        </a:spcBef>
        <a:spcAft>
          <a:spcPct val="0"/>
        </a:spcAft>
        <a:defRPr sz="3300">
          <a:solidFill>
            <a:srgbClr val="004990"/>
          </a:solidFill>
          <a:latin typeface="Arial Black" pitchFamily="34" charset="0"/>
        </a:defRPr>
      </a:lvl4pPr>
      <a:lvl5pPr algn="ctr" rtl="0" eaLnBrk="1" fontAlgn="base" hangingPunct="1">
        <a:spcBef>
          <a:spcPct val="0"/>
        </a:spcBef>
        <a:spcAft>
          <a:spcPct val="0"/>
        </a:spcAft>
        <a:defRPr sz="3300">
          <a:solidFill>
            <a:srgbClr val="004990"/>
          </a:solidFill>
          <a:latin typeface="Arial Black" pitchFamily="34" charset="0"/>
        </a:defRPr>
      </a:lvl5pPr>
      <a:lvl6pPr marL="342900" algn="ctr" rtl="0" eaLnBrk="1" fontAlgn="base" hangingPunct="1">
        <a:spcBef>
          <a:spcPct val="0"/>
        </a:spcBef>
        <a:spcAft>
          <a:spcPct val="0"/>
        </a:spcAft>
        <a:defRPr sz="3300">
          <a:solidFill>
            <a:srgbClr val="004990"/>
          </a:solidFill>
          <a:latin typeface="Arial Black" pitchFamily="34" charset="0"/>
        </a:defRPr>
      </a:lvl6pPr>
      <a:lvl7pPr marL="685800" algn="ctr" rtl="0" eaLnBrk="1" fontAlgn="base" hangingPunct="1">
        <a:spcBef>
          <a:spcPct val="0"/>
        </a:spcBef>
        <a:spcAft>
          <a:spcPct val="0"/>
        </a:spcAft>
        <a:defRPr sz="3300">
          <a:solidFill>
            <a:srgbClr val="004990"/>
          </a:solidFill>
          <a:latin typeface="Arial Black" pitchFamily="34" charset="0"/>
        </a:defRPr>
      </a:lvl7pPr>
      <a:lvl8pPr marL="1028700" algn="ctr" rtl="0" eaLnBrk="1" fontAlgn="base" hangingPunct="1">
        <a:spcBef>
          <a:spcPct val="0"/>
        </a:spcBef>
        <a:spcAft>
          <a:spcPct val="0"/>
        </a:spcAft>
        <a:defRPr sz="3300">
          <a:solidFill>
            <a:srgbClr val="004990"/>
          </a:solidFill>
          <a:latin typeface="Arial Black" pitchFamily="34" charset="0"/>
        </a:defRPr>
      </a:lvl8pPr>
      <a:lvl9pPr marL="1371600" algn="ctr" rtl="0" eaLnBrk="1" fontAlgn="base" hangingPunct="1">
        <a:spcBef>
          <a:spcPct val="0"/>
        </a:spcBef>
        <a:spcAft>
          <a:spcPct val="0"/>
        </a:spcAft>
        <a:defRPr sz="3300">
          <a:solidFill>
            <a:srgbClr val="004990"/>
          </a:solidFill>
          <a:latin typeface="Arial Black" pitchFamily="34" charset="0"/>
        </a:defRPr>
      </a:lvl9pPr>
    </p:titleStyle>
    <p:bodyStyle>
      <a:lvl1pPr marL="257175" indent="-257175" algn="l" rtl="0" eaLnBrk="1" fontAlgn="base" hangingPunct="1">
        <a:spcBef>
          <a:spcPct val="20000"/>
        </a:spcBef>
        <a:spcAft>
          <a:spcPct val="0"/>
        </a:spcAft>
        <a:buFont typeface="Webdings" pitchFamily="18" charset="2"/>
        <a:buChar char="4"/>
        <a:defRPr sz="2400">
          <a:solidFill>
            <a:srgbClr val="004990"/>
          </a:solidFill>
          <a:latin typeface="+mn-lt"/>
          <a:ea typeface="+mn-ea"/>
          <a:cs typeface="+mn-cs"/>
        </a:defRPr>
      </a:lvl1pPr>
      <a:lvl2pPr marL="557213" indent="-214313" algn="l" rtl="0" eaLnBrk="1" fontAlgn="base" hangingPunct="1">
        <a:spcBef>
          <a:spcPct val="20000"/>
        </a:spcBef>
        <a:spcAft>
          <a:spcPct val="0"/>
        </a:spcAft>
        <a:buChar char="–"/>
        <a:defRPr sz="2100">
          <a:solidFill>
            <a:srgbClr val="004990"/>
          </a:solidFill>
          <a:latin typeface="Arial" charset="0"/>
        </a:defRPr>
      </a:lvl2pPr>
      <a:lvl3pPr marL="857250" indent="-171450" algn="l" rtl="0" eaLnBrk="1" fontAlgn="base" hangingPunct="1">
        <a:spcBef>
          <a:spcPct val="20000"/>
        </a:spcBef>
        <a:spcAft>
          <a:spcPct val="0"/>
        </a:spcAft>
        <a:buChar char="•"/>
        <a:defRPr sz="1800">
          <a:solidFill>
            <a:srgbClr val="004990"/>
          </a:solidFill>
          <a:latin typeface="Arial" charset="0"/>
        </a:defRPr>
      </a:lvl3pPr>
      <a:lvl4pPr marL="1200150" indent="-171450" algn="l" rtl="0" eaLnBrk="1" fontAlgn="base" hangingPunct="1">
        <a:spcBef>
          <a:spcPct val="20000"/>
        </a:spcBef>
        <a:spcAft>
          <a:spcPct val="0"/>
        </a:spcAft>
        <a:buChar char="–"/>
        <a:defRPr sz="1500">
          <a:solidFill>
            <a:srgbClr val="004990"/>
          </a:solidFill>
          <a:latin typeface="Arial Narrow" pitchFamily="34" charset="0"/>
        </a:defRPr>
      </a:lvl4pPr>
      <a:lvl5pPr marL="1543050" indent="-171450" algn="l" rtl="0" eaLnBrk="1" fontAlgn="base" hangingPunct="1">
        <a:spcBef>
          <a:spcPct val="20000"/>
        </a:spcBef>
        <a:spcAft>
          <a:spcPct val="0"/>
        </a:spcAft>
        <a:buChar char="»"/>
        <a:defRPr sz="1500">
          <a:solidFill>
            <a:srgbClr val="004990"/>
          </a:solidFill>
          <a:latin typeface="Arial Narrow" pitchFamily="34" charset="0"/>
        </a:defRPr>
      </a:lvl5pPr>
      <a:lvl6pPr marL="1885950" indent="-171450" algn="l" rtl="0" eaLnBrk="1" fontAlgn="base" hangingPunct="1">
        <a:spcBef>
          <a:spcPct val="20000"/>
        </a:spcBef>
        <a:spcAft>
          <a:spcPct val="0"/>
        </a:spcAft>
        <a:buChar char="»"/>
        <a:defRPr sz="1500">
          <a:solidFill>
            <a:srgbClr val="004990"/>
          </a:solidFill>
          <a:latin typeface="Arial Narrow" pitchFamily="34" charset="0"/>
        </a:defRPr>
      </a:lvl6pPr>
      <a:lvl7pPr marL="2228850" indent="-171450" algn="l" rtl="0" eaLnBrk="1" fontAlgn="base" hangingPunct="1">
        <a:spcBef>
          <a:spcPct val="20000"/>
        </a:spcBef>
        <a:spcAft>
          <a:spcPct val="0"/>
        </a:spcAft>
        <a:buChar char="»"/>
        <a:defRPr sz="1500">
          <a:solidFill>
            <a:srgbClr val="004990"/>
          </a:solidFill>
          <a:latin typeface="Arial Narrow" pitchFamily="34" charset="0"/>
        </a:defRPr>
      </a:lvl7pPr>
      <a:lvl8pPr marL="2571750" indent="-171450" algn="l" rtl="0" eaLnBrk="1" fontAlgn="base" hangingPunct="1">
        <a:spcBef>
          <a:spcPct val="20000"/>
        </a:spcBef>
        <a:spcAft>
          <a:spcPct val="0"/>
        </a:spcAft>
        <a:buChar char="»"/>
        <a:defRPr sz="1500">
          <a:solidFill>
            <a:srgbClr val="004990"/>
          </a:solidFill>
          <a:latin typeface="Arial Narrow" pitchFamily="34" charset="0"/>
        </a:defRPr>
      </a:lvl8pPr>
      <a:lvl9pPr marL="2914650" indent="-171450" algn="l" rtl="0" eaLnBrk="1" fontAlgn="base" hangingPunct="1">
        <a:spcBef>
          <a:spcPct val="20000"/>
        </a:spcBef>
        <a:spcAft>
          <a:spcPct val="0"/>
        </a:spcAft>
        <a:buChar char="»"/>
        <a:defRPr sz="1500">
          <a:solidFill>
            <a:srgbClr val="004990"/>
          </a:solidFill>
          <a:latin typeface="Arial Narrow" pitchFamily="34" charset="0"/>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dpi="0" rotWithShape="1">
          <a:blip r:embed="rId12">
            <a:lum/>
          </a:blip>
          <a:srcRect/>
          <a:stretch>
            <a:fillRect l="-1000" b="-1000"/>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Autofit/>
          </a:bodyPr>
          <a:lstStyle/>
          <a:p>
            <a:r>
              <a:rPr lang="en-US" dirty="0"/>
              <a:t>Click to edit Master title style</a:t>
            </a:r>
          </a:p>
        </p:txBody>
      </p:sp>
      <p:sp>
        <p:nvSpPr>
          <p:cNvPr id="3" name="Text Placeholder 2"/>
          <p:cNvSpPr>
            <a:spLocks noGrp="1"/>
          </p:cNvSpPr>
          <p:nvPr>
            <p:ph type="body" idx="1"/>
          </p:nvPr>
        </p:nvSpPr>
        <p:spPr>
          <a:xfrm>
            <a:off x="609600" y="1676400"/>
            <a:ext cx="10972800" cy="4800600"/>
          </a:xfrm>
          <a:prstGeom prst="rect">
            <a:avLst/>
          </a:prstGeom>
        </p:spPr>
        <p:style>
          <a:lnRef idx="2">
            <a:schemeClr val="accent5"/>
          </a:lnRef>
          <a:fillRef idx="1">
            <a:schemeClr val="lt1"/>
          </a:fillRef>
          <a:effectRef idx="0">
            <a:schemeClr val="accent5"/>
          </a:effectRef>
          <a:fontRef idx="none"/>
        </p:style>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305271817"/>
      </p:ext>
    </p:extLst>
  </p:cSld>
  <p:clrMap bg1="lt1" tx1="dk1" bg2="lt2" tx2="dk2" accent1="accent1" accent2="accent2" accent3="accent3" accent4="accent4" accent5="accent5" accent6="accent6" hlink="hlink" folHlink="folHlink"/>
  <p:sldLayoutIdLst>
    <p:sldLayoutId id="2147483711" r:id="rId1"/>
    <p:sldLayoutId id="2147483712" r:id="rId2"/>
    <p:sldLayoutId id="2147483713" r:id="rId3"/>
    <p:sldLayoutId id="2147483714" r:id="rId4"/>
    <p:sldLayoutId id="2147483715" r:id="rId5"/>
    <p:sldLayoutId id="2147483716" r:id="rId6"/>
    <p:sldLayoutId id="2147483717" r:id="rId7"/>
    <p:sldLayoutId id="2147483718" r:id="rId8"/>
    <p:sldLayoutId id="2147483723" r:id="rId9"/>
    <p:sldLayoutId id="2147483724" r:id="rId10"/>
  </p:sldLayoutIdLst>
  <p:txStyles>
    <p:titleStyle>
      <a:lvl1pPr algn="l" defTabSz="514350" rtl="0" eaLnBrk="1" latinLnBrk="0" hangingPunct="1">
        <a:spcBef>
          <a:spcPct val="0"/>
        </a:spcBef>
        <a:buNone/>
        <a:defRPr sz="4000" kern="1200" cap="none" spc="-56" baseline="0">
          <a:ln>
            <a:noFill/>
          </a:ln>
          <a:solidFill>
            <a:schemeClr val="bg1"/>
          </a:solidFill>
          <a:effectLst/>
          <a:latin typeface="+mj-lt"/>
          <a:ea typeface="+mj-ea"/>
          <a:cs typeface="+mj-cs"/>
        </a:defRPr>
      </a:lvl1pPr>
    </p:titleStyle>
    <p:bodyStyle>
      <a:lvl1pPr marL="192881" indent="-128588" algn="l" defTabSz="514350" rtl="0" eaLnBrk="1" latinLnBrk="0" hangingPunct="1">
        <a:spcBef>
          <a:spcPct val="20000"/>
        </a:spcBef>
        <a:buClrTx/>
        <a:buFont typeface="Wingdings" panose="05000000000000000000" pitchFamily="2" charset="2"/>
        <a:buChar char="§"/>
        <a:defRPr sz="3200" kern="1200">
          <a:solidFill>
            <a:schemeClr val="tx1"/>
          </a:solidFill>
          <a:latin typeface="+mn-lt"/>
          <a:ea typeface="+mn-ea"/>
          <a:cs typeface="+mn-cs"/>
        </a:defRPr>
      </a:lvl1pPr>
      <a:lvl2pPr marL="360045" indent="-128588" algn="l" defTabSz="514350" rtl="0" eaLnBrk="1" latinLnBrk="0" hangingPunct="1">
        <a:spcBef>
          <a:spcPct val="20000"/>
        </a:spcBef>
        <a:buClrTx/>
        <a:buFont typeface="Wingdings" panose="05000000000000000000" pitchFamily="2" charset="2"/>
        <a:buChar char="§"/>
        <a:defRPr sz="3200" kern="1200">
          <a:solidFill>
            <a:schemeClr val="tx1"/>
          </a:solidFill>
          <a:latin typeface="+mn-lt"/>
          <a:ea typeface="+mn-ea"/>
          <a:cs typeface="+mn-cs"/>
        </a:defRPr>
      </a:lvl2pPr>
      <a:lvl3pPr marL="565785" indent="-128588" algn="l" defTabSz="514350" rtl="0" eaLnBrk="1" latinLnBrk="0" hangingPunct="1">
        <a:spcBef>
          <a:spcPct val="20000"/>
        </a:spcBef>
        <a:buClrTx/>
        <a:buFont typeface="Wingdings" panose="05000000000000000000" pitchFamily="2" charset="2"/>
        <a:buChar char="§"/>
        <a:defRPr sz="2400" kern="1200">
          <a:solidFill>
            <a:schemeClr val="tx1"/>
          </a:solidFill>
          <a:latin typeface="+mn-lt"/>
          <a:ea typeface="+mn-ea"/>
          <a:cs typeface="+mn-cs"/>
        </a:defRPr>
      </a:lvl3pPr>
      <a:lvl4pPr marL="720090" indent="-128588" algn="l" defTabSz="514350" rtl="0" eaLnBrk="1" latinLnBrk="0" hangingPunct="1">
        <a:spcBef>
          <a:spcPct val="20000"/>
        </a:spcBef>
        <a:buClrTx/>
        <a:buFont typeface="Wingdings" panose="05000000000000000000" pitchFamily="2" charset="2"/>
        <a:buChar char="§"/>
        <a:defRPr sz="2000" kern="1200">
          <a:solidFill>
            <a:schemeClr val="tx1"/>
          </a:solidFill>
          <a:latin typeface="+mn-lt"/>
          <a:ea typeface="+mn-ea"/>
          <a:cs typeface="+mn-cs"/>
        </a:defRPr>
      </a:lvl4pPr>
      <a:lvl5pPr marL="874395" indent="-128588" algn="l" defTabSz="514350" rtl="0" eaLnBrk="1" latinLnBrk="0" hangingPunct="1">
        <a:spcBef>
          <a:spcPct val="20000"/>
        </a:spcBef>
        <a:buClrTx/>
        <a:buFont typeface="Wingdings" panose="05000000000000000000" pitchFamily="2" charset="2"/>
        <a:buChar char="§"/>
        <a:defRPr sz="1800" kern="1200" baseline="0">
          <a:solidFill>
            <a:schemeClr val="tx1"/>
          </a:solidFill>
          <a:latin typeface="+mn-lt"/>
          <a:ea typeface="+mn-ea"/>
          <a:cs typeface="+mn-cs"/>
        </a:defRPr>
      </a:lvl5pPr>
      <a:lvl6pPr marL="977265" indent="-102870" algn="l" defTabSz="514350" rtl="0" eaLnBrk="1" latinLnBrk="0" hangingPunct="1">
        <a:spcBef>
          <a:spcPct val="20000"/>
        </a:spcBef>
        <a:buClr>
          <a:schemeClr val="accent1"/>
        </a:buClr>
        <a:buFont typeface="Arial" pitchFamily="34" charset="0"/>
        <a:buChar char="•"/>
        <a:defRPr sz="788" kern="1200" baseline="0">
          <a:solidFill>
            <a:schemeClr val="tx1"/>
          </a:solidFill>
          <a:latin typeface="+mn-lt"/>
          <a:ea typeface="+mn-ea"/>
          <a:cs typeface="+mn-cs"/>
        </a:defRPr>
      </a:lvl6pPr>
      <a:lvl7pPr marL="1080135" indent="-102870" algn="l" defTabSz="514350" rtl="0" eaLnBrk="1" latinLnBrk="0" hangingPunct="1">
        <a:spcBef>
          <a:spcPct val="20000"/>
        </a:spcBef>
        <a:buClr>
          <a:schemeClr val="accent2"/>
        </a:buClr>
        <a:buFont typeface="Arial" pitchFamily="34" charset="0"/>
        <a:buChar char="•"/>
        <a:defRPr sz="788" kern="1200">
          <a:solidFill>
            <a:schemeClr val="tx1"/>
          </a:solidFill>
          <a:latin typeface="+mn-lt"/>
          <a:ea typeface="+mn-ea"/>
          <a:cs typeface="+mn-cs"/>
        </a:defRPr>
      </a:lvl7pPr>
      <a:lvl8pPr marL="1183005" indent="-102870" algn="l" defTabSz="514350" rtl="0" eaLnBrk="1" latinLnBrk="0" hangingPunct="1">
        <a:spcBef>
          <a:spcPct val="20000"/>
        </a:spcBef>
        <a:buClr>
          <a:schemeClr val="accent3"/>
        </a:buClr>
        <a:buFont typeface="Arial" pitchFamily="34" charset="0"/>
        <a:buChar char="•"/>
        <a:defRPr sz="788" kern="1200">
          <a:solidFill>
            <a:schemeClr val="tx1"/>
          </a:solidFill>
          <a:latin typeface="+mn-lt"/>
          <a:ea typeface="+mn-ea"/>
          <a:cs typeface="+mn-cs"/>
        </a:defRPr>
      </a:lvl8pPr>
      <a:lvl9pPr marL="1285875" indent="-102870" algn="l" defTabSz="514350" rtl="0" eaLnBrk="1" latinLnBrk="0" hangingPunct="1">
        <a:spcBef>
          <a:spcPct val="20000"/>
        </a:spcBef>
        <a:buClr>
          <a:schemeClr val="accent4"/>
        </a:buClr>
        <a:buFont typeface="Arial" pitchFamily="34" charset="0"/>
        <a:buChar char="•"/>
        <a:defRPr sz="788" kern="1200">
          <a:solidFill>
            <a:schemeClr val="tx1"/>
          </a:solidFill>
          <a:latin typeface="+mn-lt"/>
          <a:ea typeface="+mn-ea"/>
          <a:cs typeface="+mn-cs"/>
        </a:defRPr>
      </a:lvl9pPr>
    </p:bodyStyle>
    <p:otherStyle>
      <a:defPPr>
        <a:defRPr lang="en-US"/>
      </a:defPPr>
      <a:lvl1pPr marL="0" algn="l" defTabSz="514350" rtl="0" eaLnBrk="1" latinLnBrk="0" hangingPunct="1">
        <a:defRPr sz="1013" kern="1200">
          <a:solidFill>
            <a:schemeClr val="tx1"/>
          </a:solidFill>
          <a:latin typeface="+mn-lt"/>
          <a:ea typeface="+mn-ea"/>
          <a:cs typeface="+mn-cs"/>
        </a:defRPr>
      </a:lvl1pPr>
      <a:lvl2pPr marL="257175" algn="l" defTabSz="514350" rtl="0" eaLnBrk="1" latinLnBrk="0" hangingPunct="1">
        <a:defRPr sz="1013" kern="1200">
          <a:solidFill>
            <a:schemeClr val="tx1"/>
          </a:solidFill>
          <a:latin typeface="+mn-lt"/>
          <a:ea typeface="+mn-ea"/>
          <a:cs typeface="+mn-cs"/>
        </a:defRPr>
      </a:lvl2pPr>
      <a:lvl3pPr marL="514350" algn="l" defTabSz="514350" rtl="0" eaLnBrk="1" latinLnBrk="0" hangingPunct="1">
        <a:defRPr sz="1013" kern="1200">
          <a:solidFill>
            <a:schemeClr val="tx1"/>
          </a:solidFill>
          <a:latin typeface="+mn-lt"/>
          <a:ea typeface="+mn-ea"/>
          <a:cs typeface="+mn-cs"/>
        </a:defRPr>
      </a:lvl3pPr>
      <a:lvl4pPr marL="771525" algn="l" defTabSz="514350" rtl="0" eaLnBrk="1" latinLnBrk="0" hangingPunct="1">
        <a:defRPr sz="1013" kern="1200">
          <a:solidFill>
            <a:schemeClr val="tx1"/>
          </a:solidFill>
          <a:latin typeface="+mn-lt"/>
          <a:ea typeface="+mn-ea"/>
          <a:cs typeface="+mn-cs"/>
        </a:defRPr>
      </a:lvl4pPr>
      <a:lvl5pPr marL="1028700" algn="l" defTabSz="514350" rtl="0" eaLnBrk="1" latinLnBrk="0" hangingPunct="1">
        <a:defRPr sz="1013" kern="1200">
          <a:solidFill>
            <a:schemeClr val="tx1"/>
          </a:solidFill>
          <a:latin typeface="+mn-lt"/>
          <a:ea typeface="+mn-ea"/>
          <a:cs typeface="+mn-cs"/>
        </a:defRPr>
      </a:lvl5pPr>
      <a:lvl6pPr marL="1285875" algn="l" defTabSz="514350" rtl="0" eaLnBrk="1" latinLnBrk="0" hangingPunct="1">
        <a:defRPr sz="1013" kern="1200">
          <a:solidFill>
            <a:schemeClr val="tx1"/>
          </a:solidFill>
          <a:latin typeface="+mn-lt"/>
          <a:ea typeface="+mn-ea"/>
          <a:cs typeface="+mn-cs"/>
        </a:defRPr>
      </a:lvl6pPr>
      <a:lvl7pPr marL="1543050" algn="l" defTabSz="514350" rtl="0" eaLnBrk="1" latinLnBrk="0" hangingPunct="1">
        <a:defRPr sz="1013" kern="1200">
          <a:solidFill>
            <a:schemeClr val="tx1"/>
          </a:solidFill>
          <a:latin typeface="+mn-lt"/>
          <a:ea typeface="+mn-ea"/>
          <a:cs typeface="+mn-cs"/>
        </a:defRPr>
      </a:lvl7pPr>
      <a:lvl8pPr marL="1800225" algn="l" defTabSz="514350" rtl="0" eaLnBrk="1" latinLnBrk="0" hangingPunct="1">
        <a:defRPr sz="1013" kern="1200">
          <a:solidFill>
            <a:schemeClr val="tx1"/>
          </a:solidFill>
          <a:latin typeface="+mn-lt"/>
          <a:ea typeface="+mn-ea"/>
          <a:cs typeface="+mn-cs"/>
        </a:defRPr>
      </a:lvl8pPr>
      <a:lvl9pPr marL="2057400" algn="l" defTabSz="514350" rtl="0" eaLnBrk="1" latinLnBrk="0" hangingPunct="1">
        <a:defRPr sz="1013"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0.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0.xml"/></Relationships>
</file>

<file path=ppt/slides/_rels/slide8.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5.xml"/><Relationship Id="rId1" Type="http://schemas.openxmlformats.org/officeDocument/2006/relationships/slideLayout" Target="../slideLayouts/slideLayout23.xml"/><Relationship Id="rId5" Type="http://schemas.openxmlformats.org/officeDocument/2006/relationships/image" Target="../media/image7.jpg"/><Relationship Id="rId4" Type="http://schemas.openxmlformats.org/officeDocument/2006/relationships/image" Target="../media/image6.jp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0.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7.xml"/></Relationships>
</file>

<file path=ppt/slides/_rels/slide16.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3.xml"/><Relationship Id="rId1" Type="http://schemas.openxmlformats.org/officeDocument/2006/relationships/slideLayout" Target="../slideLayouts/slideLayout19.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9.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9.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9.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9.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9.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9.xml"/></Relationships>
</file>

<file path=ppt/slides/_rels/slide23.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20.xml"/><Relationship Id="rId1" Type="http://schemas.openxmlformats.org/officeDocument/2006/relationships/slideLayout" Target="../slideLayouts/slideLayout19.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24.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21.xml"/><Relationship Id="rId1" Type="http://schemas.openxmlformats.org/officeDocument/2006/relationships/slideLayout" Target="../slideLayouts/slideLayout23.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9.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9.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0.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9.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0.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9.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a:t>.NET</a:t>
            </a:r>
            <a:endParaRPr lang="en-US" dirty="0"/>
          </a:p>
        </p:txBody>
      </p:sp>
      <p:sp>
        <p:nvSpPr>
          <p:cNvPr id="3" name="Subtitle 2"/>
          <p:cNvSpPr>
            <a:spLocks noGrp="1"/>
          </p:cNvSpPr>
          <p:nvPr>
            <p:ph type="subTitle" idx="1"/>
          </p:nvPr>
        </p:nvSpPr>
        <p:spPr/>
        <p:txBody>
          <a:bodyPr/>
          <a:lstStyle/>
          <a:p>
            <a:r>
              <a:rPr lang="en-US"/>
              <a:t>Rob Garner</a:t>
            </a:r>
            <a:endParaRPr lang="en-US" dirty="0"/>
          </a:p>
        </p:txBody>
      </p:sp>
    </p:spTree>
    <p:extLst>
      <p:ext uri="{BB962C8B-B14F-4D97-AF65-F5344CB8AC3E}">
        <p14:creationId xmlns:p14="http://schemas.microsoft.com/office/powerpoint/2010/main" val="8775606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Overview</a:t>
            </a:r>
            <a:endParaRPr lang="en-US" dirty="0"/>
          </a:p>
        </p:txBody>
      </p:sp>
      <p:sp>
        <p:nvSpPr>
          <p:cNvPr id="3" name="Content Placeholder 2"/>
          <p:cNvSpPr>
            <a:spLocks noGrp="1"/>
          </p:cNvSpPr>
          <p:nvPr>
            <p:ph idx="1"/>
          </p:nvPr>
        </p:nvSpPr>
        <p:spPr/>
        <p:txBody>
          <a:bodyPr>
            <a:normAutofit/>
          </a:bodyPr>
          <a:lstStyle/>
          <a:p>
            <a:r>
              <a:rPr lang="en-US" dirty="0"/>
              <a:t>Intro and Syllabus</a:t>
            </a:r>
          </a:p>
          <a:p>
            <a:r>
              <a:rPr lang="en-US" dirty="0"/>
              <a:t>What is .NET?</a:t>
            </a:r>
          </a:p>
          <a:p>
            <a:r>
              <a:rPr lang="en-US" dirty="0"/>
              <a:t>Assemblies</a:t>
            </a:r>
          </a:p>
          <a:p>
            <a:r>
              <a:rPr lang="en-US" dirty="0"/>
              <a:t>Parallel Programming</a:t>
            </a:r>
          </a:p>
          <a:p>
            <a:r>
              <a:rPr lang="en-US" dirty="0"/>
              <a:t>NET Framework Classes</a:t>
            </a:r>
          </a:p>
          <a:p>
            <a:r>
              <a:rPr lang="en-US" dirty="0"/>
              <a:t>Namespaces</a:t>
            </a:r>
          </a:p>
          <a:p>
            <a:r>
              <a:rPr lang="en-US" dirty="0"/>
              <a:t>Creating .NET Applications using C#</a:t>
            </a:r>
          </a:p>
          <a:p>
            <a:r>
              <a:rPr lang="en-US" dirty="0"/>
              <a:t>Role of C# in .NET Enterprise Architecture</a:t>
            </a:r>
          </a:p>
        </p:txBody>
      </p:sp>
    </p:spTree>
    <p:extLst>
      <p:ext uri="{BB962C8B-B14F-4D97-AF65-F5344CB8AC3E}">
        <p14:creationId xmlns:p14="http://schemas.microsoft.com/office/powerpoint/2010/main" val="6723322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Review syllabus</a:t>
            </a:r>
          </a:p>
        </p:txBody>
      </p:sp>
      <p:sp>
        <p:nvSpPr>
          <p:cNvPr id="5" name="Text Placeholder 4"/>
          <p:cNvSpPr>
            <a:spLocks noGrp="1"/>
          </p:cNvSpPr>
          <p:nvPr>
            <p:ph type="body" idx="1"/>
          </p:nvPr>
        </p:nvSpPr>
        <p:spPr/>
        <p:txBody>
          <a:bodyPr/>
          <a:lstStyle/>
          <a:p>
            <a:r>
              <a:rPr lang="en-US" dirty="0"/>
              <a:t>Given the syllabus, explain what is expected of the student and the instructor during the course.</a:t>
            </a:r>
          </a:p>
        </p:txBody>
      </p:sp>
    </p:spTree>
    <p:extLst>
      <p:ext uri="{BB962C8B-B14F-4D97-AF65-F5344CB8AC3E}">
        <p14:creationId xmlns:p14="http://schemas.microsoft.com/office/powerpoint/2010/main" val="40380632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What is .NET</a:t>
            </a:r>
          </a:p>
        </p:txBody>
      </p:sp>
      <p:sp>
        <p:nvSpPr>
          <p:cNvPr id="5" name="Text Placeholder 4"/>
          <p:cNvSpPr>
            <a:spLocks noGrp="1"/>
          </p:cNvSpPr>
          <p:nvPr>
            <p:ph type="body" idx="1"/>
          </p:nvPr>
        </p:nvSpPr>
        <p:spPr/>
        <p:txBody>
          <a:bodyPr/>
          <a:lstStyle/>
          <a:p>
            <a:r>
              <a:rPr lang="en-US" dirty="0"/>
              <a:t>Explain what .NET is.</a:t>
            </a:r>
          </a:p>
        </p:txBody>
      </p:sp>
    </p:spTree>
    <p:extLst>
      <p:ext uri="{BB962C8B-B14F-4D97-AF65-F5344CB8AC3E}">
        <p14:creationId xmlns:p14="http://schemas.microsoft.com/office/powerpoint/2010/main" val="35044511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Relationship of C# to .NET</a:t>
            </a:r>
          </a:p>
        </p:txBody>
      </p:sp>
      <p:sp>
        <p:nvSpPr>
          <p:cNvPr id="5" name="Text Placeholder 4"/>
          <p:cNvSpPr>
            <a:spLocks noGrp="1"/>
          </p:cNvSpPr>
          <p:nvPr>
            <p:ph type="body" idx="1"/>
          </p:nvPr>
        </p:nvSpPr>
        <p:spPr/>
        <p:txBody>
          <a:bodyPr/>
          <a:lstStyle/>
          <a:p>
            <a:r>
              <a:rPr lang="en-US" dirty="0"/>
              <a:t>Explain the relationship of C# to .NET</a:t>
            </a:r>
          </a:p>
        </p:txBody>
      </p:sp>
    </p:spTree>
    <p:extLst>
      <p:ext uri="{BB962C8B-B14F-4D97-AF65-F5344CB8AC3E}">
        <p14:creationId xmlns:p14="http://schemas.microsoft.com/office/powerpoint/2010/main" val="7989722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Relationship of C# to .NET</a:t>
            </a:r>
          </a:p>
        </p:txBody>
      </p:sp>
      <p:sp>
        <p:nvSpPr>
          <p:cNvPr id="5" name="Content Placeholder 4"/>
          <p:cNvSpPr>
            <a:spLocks noGrp="1"/>
          </p:cNvSpPr>
          <p:nvPr>
            <p:ph idx="1"/>
          </p:nvPr>
        </p:nvSpPr>
        <p:spPr/>
        <p:txBody>
          <a:bodyPr/>
          <a:lstStyle/>
          <a:p>
            <a:r>
              <a:rPr lang="en-US" dirty="0"/>
              <a:t>C# is a modern object-oriented language</a:t>
            </a:r>
          </a:p>
          <a:p>
            <a:r>
              <a:rPr lang="en-US" dirty="0"/>
              <a:t>C# is specifically designed and targeted for .NET Framework </a:t>
            </a:r>
          </a:p>
          <a:p>
            <a:r>
              <a:rPr lang="en-US" dirty="0"/>
              <a:t>All code written in C# always runs using the .NET Framework</a:t>
            </a:r>
          </a:p>
          <a:p>
            <a:r>
              <a:rPr lang="en-US" dirty="0"/>
              <a:t>To understand C# you must understand .NET</a:t>
            </a:r>
          </a:p>
          <a:p>
            <a:endParaRPr lang="en-US" dirty="0"/>
          </a:p>
          <a:p>
            <a:endParaRPr lang="en-US" dirty="0"/>
          </a:p>
        </p:txBody>
      </p:sp>
    </p:spTree>
    <p:extLst>
      <p:ext uri="{BB962C8B-B14F-4D97-AF65-F5344CB8AC3E}">
        <p14:creationId xmlns:p14="http://schemas.microsoft.com/office/powerpoint/2010/main" val="13371753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Common Language Runtime (CLR)</a:t>
            </a:r>
          </a:p>
        </p:txBody>
      </p:sp>
      <p:sp>
        <p:nvSpPr>
          <p:cNvPr id="5" name="Text Placeholder 4"/>
          <p:cNvSpPr>
            <a:spLocks noGrp="1"/>
          </p:cNvSpPr>
          <p:nvPr>
            <p:ph type="body" idx="1"/>
          </p:nvPr>
        </p:nvSpPr>
        <p:spPr/>
        <p:txBody>
          <a:bodyPr>
            <a:normAutofit/>
          </a:bodyPr>
          <a:lstStyle/>
          <a:p>
            <a:r>
              <a:rPr lang="en-US" dirty="0"/>
              <a:t>Define what the Common Language Runtime is and Describe key elements of the Common Language Runtime </a:t>
            </a:r>
          </a:p>
        </p:txBody>
      </p:sp>
    </p:spTree>
    <p:extLst>
      <p:ext uri="{BB962C8B-B14F-4D97-AF65-F5344CB8AC3E}">
        <p14:creationId xmlns:p14="http://schemas.microsoft.com/office/powerpoint/2010/main" val="16507476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Common Language Runtime (CLR)</a:t>
            </a:r>
          </a:p>
        </p:txBody>
      </p:sp>
      <p:grpSp>
        <p:nvGrpSpPr>
          <p:cNvPr id="2" name="Group 1"/>
          <p:cNvGrpSpPr/>
          <p:nvPr/>
        </p:nvGrpSpPr>
        <p:grpSpPr>
          <a:xfrm>
            <a:off x="609600" y="1241659"/>
            <a:ext cx="10972800" cy="5392544"/>
            <a:chOff x="3025420" y="2277917"/>
            <a:chExt cx="6407486" cy="3027997"/>
          </a:xfrm>
        </p:grpSpPr>
        <p:pic>
          <p:nvPicPr>
            <p:cNvPr id="14" name="Picture 1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311652" y="3426761"/>
              <a:ext cx="2121254" cy="1686945"/>
            </a:xfrm>
            <a:prstGeom prst="rect">
              <a:avLst/>
            </a:prstGeom>
          </p:spPr>
        </p:pic>
        <p:sp>
          <p:nvSpPr>
            <p:cNvPr id="6" name="TextBox 5"/>
            <p:cNvSpPr txBox="1"/>
            <p:nvPr/>
          </p:nvSpPr>
          <p:spPr>
            <a:xfrm>
              <a:off x="7410322" y="5115811"/>
              <a:ext cx="1673903" cy="190103"/>
            </a:xfrm>
            <a:prstGeom prst="rect">
              <a:avLst/>
            </a:prstGeom>
            <a:noFill/>
          </p:spPr>
          <p:txBody>
            <a:bodyPr wrap="none" rtlCol="0">
              <a:spAutoFit/>
            </a:bodyPr>
            <a:lstStyle/>
            <a:p>
              <a:r>
                <a:rPr lang="en-US" sz="1600" dirty="0"/>
                <a:t>Runtime Execution Environment</a:t>
              </a:r>
            </a:p>
          </p:txBody>
        </p:sp>
        <p:sp>
          <p:nvSpPr>
            <p:cNvPr id="7" name="TextBox 6"/>
            <p:cNvSpPr txBox="1"/>
            <p:nvPr/>
          </p:nvSpPr>
          <p:spPr>
            <a:xfrm>
              <a:off x="3537258" y="4232152"/>
              <a:ext cx="841632" cy="190103"/>
            </a:xfrm>
            <a:prstGeom prst="rect">
              <a:avLst/>
            </a:prstGeom>
            <a:noFill/>
          </p:spPr>
          <p:txBody>
            <a:bodyPr wrap="none" rtlCol="0">
              <a:spAutoFit/>
            </a:bodyPr>
            <a:lstStyle/>
            <a:p>
              <a:r>
                <a:rPr lang="en-US" sz="1600" dirty="0"/>
                <a:t>Managed Code</a:t>
              </a:r>
            </a:p>
          </p:txBody>
        </p:sp>
        <p:pic>
          <p:nvPicPr>
            <p:cNvPr id="10" name="Picture 9"/>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025420" y="2609118"/>
              <a:ext cx="1797430" cy="1231741"/>
            </a:xfrm>
            <a:prstGeom prst="rect">
              <a:avLst/>
            </a:prstGeom>
          </p:spPr>
        </p:pic>
        <p:pic>
          <p:nvPicPr>
            <p:cNvPr id="11" name="Picture 10"/>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176357" y="2961534"/>
              <a:ext cx="1886786" cy="1649224"/>
            </a:xfrm>
            <a:prstGeom prst="rect">
              <a:avLst/>
            </a:prstGeom>
          </p:spPr>
        </p:pic>
        <p:sp>
          <p:nvSpPr>
            <p:cNvPr id="12" name="Right Arrow 11"/>
            <p:cNvSpPr/>
            <p:nvPr/>
          </p:nvSpPr>
          <p:spPr>
            <a:xfrm rot="1550080">
              <a:off x="4106531" y="2814279"/>
              <a:ext cx="1887941" cy="1425294"/>
            </a:xfrm>
            <a:prstGeom prst="rightArrow">
              <a:avLst>
                <a:gd name="adj1" fmla="val 50000"/>
                <a:gd name="adj2" fmla="val 52005"/>
              </a:avLst>
            </a:prstGeom>
          </p:spPr>
          <p:style>
            <a:lnRef idx="0">
              <a:schemeClr val="accent6"/>
            </a:lnRef>
            <a:fillRef idx="3">
              <a:schemeClr val="accent6"/>
            </a:fillRef>
            <a:effectRef idx="3">
              <a:schemeClr val="accent6"/>
            </a:effectRef>
            <a:fontRef idx="minor">
              <a:schemeClr val="lt1"/>
            </a:fontRef>
          </p:style>
          <p:txBody>
            <a:bodyPr rtlCol="0" anchor="ctr"/>
            <a:lstStyle/>
            <a:p>
              <a:r>
                <a:rPr lang="en-US" sz="2000" dirty="0"/>
                <a:t>Compiler compiles source  code to Microsoft Intermediate Language (IL)</a:t>
              </a:r>
            </a:p>
          </p:txBody>
        </p:sp>
        <p:sp>
          <p:nvSpPr>
            <p:cNvPr id="13" name="Right Arrow 12"/>
            <p:cNvSpPr/>
            <p:nvPr/>
          </p:nvSpPr>
          <p:spPr>
            <a:xfrm rot="1463977">
              <a:off x="6384270" y="3743131"/>
              <a:ext cx="1854769" cy="1447100"/>
            </a:xfrm>
            <a:prstGeom prst="rightArrow">
              <a:avLst/>
            </a:prstGeom>
          </p:spPr>
          <p:style>
            <a:lnRef idx="0">
              <a:schemeClr val="accent6"/>
            </a:lnRef>
            <a:fillRef idx="3">
              <a:schemeClr val="accent6"/>
            </a:fillRef>
            <a:effectRef idx="3">
              <a:schemeClr val="accent6"/>
            </a:effectRef>
            <a:fontRef idx="minor">
              <a:schemeClr val="lt1"/>
            </a:fontRef>
          </p:style>
          <p:txBody>
            <a:bodyPr rtlCol="0" anchor="ctr"/>
            <a:lstStyle/>
            <a:p>
              <a:r>
                <a:rPr lang="en-US" sz="2000" dirty="0"/>
                <a:t>CLR compiles IL to platform-specific code</a:t>
              </a:r>
            </a:p>
          </p:txBody>
        </p:sp>
        <p:sp>
          <p:nvSpPr>
            <p:cNvPr id="16" name="TextBox 15"/>
            <p:cNvSpPr txBox="1"/>
            <p:nvPr/>
          </p:nvSpPr>
          <p:spPr>
            <a:xfrm>
              <a:off x="3386160" y="2277917"/>
              <a:ext cx="1204787" cy="259232"/>
            </a:xfrm>
            <a:prstGeom prst="rect">
              <a:avLst/>
            </a:prstGeom>
            <a:noFill/>
          </p:spPr>
          <p:txBody>
            <a:bodyPr wrap="square" rtlCol="0">
              <a:spAutoFit/>
            </a:bodyPr>
            <a:lstStyle/>
            <a:p>
              <a:pPr algn="ctr"/>
              <a:r>
                <a:rPr lang="en-US" sz="2400" dirty="0">
                  <a:ln w="0"/>
                  <a:effectLst>
                    <a:outerShdw blurRad="38100" dist="25400" dir="5400000" algn="ctr" rotWithShape="0">
                      <a:srgbClr val="6E747A">
                        <a:alpha val="43000"/>
                      </a:srgbClr>
                    </a:outerShdw>
                  </a:effectLst>
                </a:rPr>
                <a:t>Source Code</a:t>
              </a:r>
            </a:p>
          </p:txBody>
        </p:sp>
        <p:sp>
          <p:nvSpPr>
            <p:cNvPr id="17" name="TextBox 16"/>
            <p:cNvSpPr txBox="1"/>
            <p:nvPr/>
          </p:nvSpPr>
          <p:spPr>
            <a:xfrm>
              <a:off x="5493607" y="2339867"/>
              <a:ext cx="1204787" cy="466618"/>
            </a:xfrm>
            <a:prstGeom prst="rect">
              <a:avLst/>
            </a:prstGeom>
            <a:noFill/>
          </p:spPr>
          <p:txBody>
            <a:bodyPr wrap="square" rtlCol="0">
              <a:spAutoFit/>
            </a:bodyPr>
            <a:lstStyle/>
            <a:p>
              <a:pPr algn="ctr"/>
              <a:r>
                <a:rPr lang="en-US" sz="2400" dirty="0">
                  <a:ln w="0"/>
                  <a:effectLst>
                    <a:outerShdw blurRad="38100" dist="25400" dir="5400000" algn="ctr" rotWithShape="0">
                      <a:srgbClr val="6E747A">
                        <a:alpha val="43000"/>
                      </a:srgbClr>
                    </a:outerShdw>
                  </a:effectLst>
                </a:rPr>
                <a:t>Intermediate Language</a:t>
              </a:r>
            </a:p>
          </p:txBody>
        </p:sp>
        <p:sp>
          <p:nvSpPr>
            <p:cNvPr id="18" name="TextBox 17"/>
            <p:cNvSpPr txBox="1"/>
            <p:nvPr/>
          </p:nvSpPr>
          <p:spPr>
            <a:xfrm>
              <a:off x="7752153" y="3022158"/>
              <a:ext cx="1204787" cy="259232"/>
            </a:xfrm>
            <a:prstGeom prst="rect">
              <a:avLst/>
            </a:prstGeom>
            <a:noFill/>
          </p:spPr>
          <p:txBody>
            <a:bodyPr wrap="square" rtlCol="0">
              <a:spAutoFit/>
            </a:bodyPr>
            <a:lstStyle/>
            <a:p>
              <a:pPr algn="ctr"/>
              <a:r>
                <a:rPr lang="en-US" sz="2400" dirty="0">
                  <a:ln w="0"/>
                  <a:effectLst>
                    <a:outerShdw blurRad="38100" dist="25400" dir="5400000" algn="ctr" rotWithShape="0">
                      <a:srgbClr val="6E747A">
                        <a:alpha val="43000"/>
                      </a:srgbClr>
                    </a:outerShdw>
                  </a:effectLst>
                </a:rPr>
                <a:t>Native Code</a:t>
              </a:r>
            </a:p>
          </p:txBody>
        </p:sp>
      </p:grpSp>
    </p:spTree>
    <p:extLst>
      <p:ext uri="{BB962C8B-B14F-4D97-AF65-F5344CB8AC3E}">
        <p14:creationId xmlns:p14="http://schemas.microsoft.com/office/powerpoint/2010/main" val="244832834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Microsoft Intermediate Language</a:t>
            </a:r>
          </a:p>
        </p:txBody>
      </p:sp>
      <p:sp>
        <p:nvSpPr>
          <p:cNvPr id="4" name="Subtitle 3"/>
          <p:cNvSpPr>
            <a:spLocks noGrp="1"/>
          </p:cNvSpPr>
          <p:nvPr>
            <p:ph type="body" idx="1"/>
          </p:nvPr>
        </p:nvSpPr>
        <p:spPr/>
        <p:txBody>
          <a:bodyPr>
            <a:normAutofit/>
          </a:bodyPr>
          <a:lstStyle/>
          <a:p>
            <a:r>
              <a:rPr lang="en-US" dirty="0"/>
              <a:t>Explain what Microsoft Intermediate Language is and how it relates to .NET</a:t>
            </a:r>
          </a:p>
        </p:txBody>
      </p:sp>
    </p:spTree>
    <p:extLst>
      <p:ext uri="{BB962C8B-B14F-4D97-AF65-F5344CB8AC3E}">
        <p14:creationId xmlns:p14="http://schemas.microsoft.com/office/powerpoint/2010/main" val="281100682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Intermediate Language (IL)</a:t>
            </a:r>
            <a:endParaRPr lang="en-US" dirty="0"/>
          </a:p>
        </p:txBody>
      </p:sp>
      <p:sp>
        <p:nvSpPr>
          <p:cNvPr id="3" name="Content Placeholder 2"/>
          <p:cNvSpPr>
            <a:spLocks noGrp="1"/>
          </p:cNvSpPr>
          <p:nvPr>
            <p:ph idx="1"/>
          </p:nvPr>
        </p:nvSpPr>
        <p:spPr/>
        <p:txBody>
          <a:bodyPr/>
          <a:lstStyle/>
          <a:p>
            <a:r>
              <a:rPr lang="en-US"/>
              <a:t>Similar to JAVA Byte Code</a:t>
            </a:r>
          </a:p>
          <a:p>
            <a:r>
              <a:rPr lang="en-US"/>
              <a:t>Low-level language with simple syntax</a:t>
            </a:r>
          </a:p>
          <a:p>
            <a:r>
              <a:rPr lang="en-US"/>
              <a:t>Uses numeric codes rather than text.</a:t>
            </a:r>
          </a:p>
          <a:p>
            <a:r>
              <a:rPr lang="en-US"/>
              <a:t>Can be quickly translated into native machine code.</a:t>
            </a:r>
            <a:endParaRPr lang="en-US" dirty="0"/>
          </a:p>
        </p:txBody>
      </p:sp>
    </p:spTree>
    <p:extLst>
      <p:ext uri="{BB962C8B-B14F-4D97-AF65-F5344CB8AC3E}">
        <p14:creationId xmlns:p14="http://schemas.microsoft.com/office/powerpoint/2010/main" val="90981861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Platform Independence</a:t>
            </a:r>
          </a:p>
        </p:txBody>
      </p:sp>
      <p:sp>
        <p:nvSpPr>
          <p:cNvPr id="3" name="Content Placeholder 2"/>
          <p:cNvSpPr>
            <a:spLocks noGrp="1"/>
          </p:cNvSpPr>
          <p:nvPr>
            <p:ph idx="1"/>
          </p:nvPr>
        </p:nvSpPr>
        <p:spPr/>
        <p:txBody>
          <a:bodyPr/>
          <a:lstStyle/>
          <a:p>
            <a:r>
              <a:rPr lang="en-US" dirty="0"/>
              <a:t>.NET programs are compiled to IL</a:t>
            </a:r>
          </a:p>
          <a:p>
            <a:r>
              <a:rPr lang="en-US" dirty="0"/>
              <a:t>IL is compiled later to machine code specific to that platform</a:t>
            </a:r>
          </a:p>
          <a:p>
            <a:r>
              <a:rPr lang="en-US" dirty="0"/>
              <a:t>Languages that implement the CLR can theoretically run on any platform that has a .NET runtime</a:t>
            </a:r>
          </a:p>
          <a:p>
            <a:r>
              <a:rPr lang="en-US" dirty="0"/>
              <a:t>Only implemented for windows so far but effort under way to implement for Linux, Mac OS and others…</a:t>
            </a:r>
          </a:p>
        </p:txBody>
      </p:sp>
    </p:spTree>
    <p:extLst>
      <p:ext uri="{BB962C8B-B14F-4D97-AF65-F5344CB8AC3E}">
        <p14:creationId xmlns:p14="http://schemas.microsoft.com/office/powerpoint/2010/main" val="335722241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Performance Improvement</a:t>
            </a:r>
          </a:p>
        </p:txBody>
      </p:sp>
      <p:sp>
        <p:nvSpPr>
          <p:cNvPr id="3" name="Content Placeholder 2"/>
          <p:cNvSpPr>
            <a:spLocks noGrp="1"/>
          </p:cNvSpPr>
          <p:nvPr>
            <p:ph idx="1"/>
          </p:nvPr>
        </p:nvSpPr>
        <p:spPr/>
        <p:txBody>
          <a:bodyPr/>
          <a:lstStyle/>
          <a:p>
            <a:r>
              <a:rPr lang="en-US" dirty="0"/>
              <a:t>IL is Just-in-Time (JIT) compiled to native code</a:t>
            </a:r>
          </a:p>
          <a:p>
            <a:r>
              <a:rPr lang="en-US" dirty="0"/>
              <a:t>JIT compilers will only compile a piece of code one time and store the compiled version of code.</a:t>
            </a:r>
          </a:p>
          <a:p>
            <a:r>
              <a:rPr lang="en-US" dirty="0"/>
              <a:t>In addition: The JIT compiler optimizes the code for the machine’s processor that the code is running on!</a:t>
            </a:r>
          </a:p>
        </p:txBody>
      </p:sp>
      <p:sp>
        <p:nvSpPr>
          <p:cNvPr id="6" name="Rectangular Callout 5"/>
          <p:cNvSpPr/>
          <p:nvPr/>
        </p:nvSpPr>
        <p:spPr>
          <a:xfrm>
            <a:off x="5579782" y="4976489"/>
            <a:ext cx="4805878" cy="1500511"/>
          </a:xfrm>
          <a:prstGeom prst="wedgeRectCallout">
            <a:avLst>
              <a:gd name="adj1" fmla="val -64404"/>
              <a:gd name="adj2" fmla="val -89532"/>
            </a:avLst>
          </a:prstGeom>
        </p:spPr>
        <p:style>
          <a:lnRef idx="0">
            <a:schemeClr val="accent2"/>
          </a:lnRef>
          <a:fillRef idx="3">
            <a:schemeClr val="accent2"/>
          </a:fillRef>
          <a:effectRef idx="3">
            <a:schemeClr val="accent2"/>
          </a:effectRef>
          <a:fontRef idx="minor">
            <a:schemeClr val="lt1"/>
          </a:fontRef>
        </p:style>
        <p:txBody>
          <a:bodyPr rtlCol="0" anchor="ctr"/>
          <a:lstStyle/>
          <a:p>
            <a:r>
              <a:rPr lang="en-US" sz="2800" dirty="0"/>
              <a:t>This cannot be done by code that is fully compiled before deployment</a:t>
            </a:r>
          </a:p>
        </p:txBody>
      </p:sp>
    </p:spTree>
    <p:extLst>
      <p:ext uri="{BB962C8B-B14F-4D97-AF65-F5344CB8AC3E}">
        <p14:creationId xmlns:p14="http://schemas.microsoft.com/office/powerpoint/2010/main" val="38821320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idx="1"/>
          </p:nvPr>
        </p:nvSpPr>
        <p:spPr/>
        <p:txBody>
          <a:bodyPr/>
          <a:lstStyle/>
          <a:p>
            <a:r>
              <a:rPr lang="en-US" dirty="0"/>
              <a:t>C# compiles to:</a:t>
            </a:r>
          </a:p>
          <a:p>
            <a:pPr marL="342900" indent="-342900">
              <a:buFont typeface="+mj-lt"/>
              <a:buAutoNum type="alphaUcPeriod"/>
            </a:pPr>
            <a:r>
              <a:rPr lang="en-US" dirty="0"/>
              <a:t>Native code</a:t>
            </a:r>
          </a:p>
          <a:p>
            <a:pPr marL="342900" indent="-342900">
              <a:buFont typeface="+mj-lt"/>
              <a:buAutoNum type="alphaUcPeriod"/>
            </a:pPr>
            <a:r>
              <a:rPr lang="en-US" dirty="0"/>
              <a:t>C++ code</a:t>
            </a:r>
          </a:p>
          <a:p>
            <a:pPr marL="342900" indent="-342900">
              <a:buFont typeface="+mj-lt"/>
              <a:buAutoNum type="alphaUcPeriod"/>
            </a:pPr>
            <a:r>
              <a:rPr lang="en-US" dirty="0"/>
              <a:t>IL code</a:t>
            </a:r>
          </a:p>
          <a:p>
            <a:pPr marL="342900" indent="-342900">
              <a:buFont typeface="+mj-lt"/>
              <a:buAutoNum type="alphaUcPeriod"/>
            </a:pPr>
            <a:r>
              <a:rPr lang="en-US" dirty="0"/>
              <a:t>Java</a:t>
            </a:r>
          </a:p>
        </p:txBody>
      </p:sp>
    </p:spTree>
    <p:extLst>
      <p:ext uri="{BB962C8B-B14F-4D97-AF65-F5344CB8AC3E}">
        <p14:creationId xmlns:p14="http://schemas.microsoft.com/office/powerpoint/2010/main" val="70007763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idx="1"/>
          </p:nvPr>
        </p:nvSpPr>
        <p:spPr/>
        <p:txBody>
          <a:bodyPr/>
          <a:lstStyle/>
          <a:p>
            <a:r>
              <a:rPr lang="en-US" dirty="0"/>
              <a:t>IL code compiles to:</a:t>
            </a:r>
          </a:p>
          <a:p>
            <a:pPr marL="342900" indent="-342900">
              <a:buFont typeface="+mj-lt"/>
              <a:buAutoNum type="alphaUcPeriod"/>
            </a:pPr>
            <a:r>
              <a:rPr lang="en-US" dirty="0"/>
              <a:t>Native code</a:t>
            </a:r>
          </a:p>
          <a:p>
            <a:pPr marL="342900" indent="-342900">
              <a:buFont typeface="+mj-lt"/>
              <a:buAutoNum type="alphaUcPeriod"/>
            </a:pPr>
            <a:r>
              <a:rPr lang="en-US" dirty="0"/>
              <a:t>C++ code</a:t>
            </a:r>
          </a:p>
          <a:p>
            <a:pPr marL="342900" indent="-342900">
              <a:buFont typeface="+mj-lt"/>
              <a:buAutoNum type="alphaUcPeriod"/>
            </a:pPr>
            <a:r>
              <a:rPr lang="en-US" dirty="0"/>
              <a:t>IL code</a:t>
            </a:r>
          </a:p>
          <a:p>
            <a:pPr marL="342900" indent="-342900">
              <a:buFont typeface="+mj-lt"/>
              <a:buAutoNum type="alphaUcPeriod"/>
            </a:pPr>
            <a:r>
              <a:rPr lang="en-US" dirty="0"/>
              <a:t>Java</a:t>
            </a:r>
          </a:p>
        </p:txBody>
      </p:sp>
    </p:spTree>
    <p:extLst>
      <p:ext uri="{BB962C8B-B14F-4D97-AF65-F5344CB8AC3E}">
        <p14:creationId xmlns:p14="http://schemas.microsoft.com/office/powerpoint/2010/main" val="49098460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idx="1"/>
          </p:nvPr>
        </p:nvSpPr>
        <p:spPr/>
        <p:txBody>
          <a:bodyPr/>
          <a:lstStyle/>
          <a:p>
            <a:r>
              <a:rPr lang="en-US" dirty="0"/>
              <a:t>IL code compiles:</a:t>
            </a:r>
          </a:p>
          <a:p>
            <a:pPr marL="342900" indent="-342900">
              <a:buFont typeface="+mj-lt"/>
              <a:buAutoNum type="alphaUcPeriod"/>
            </a:pPr>
            <a:r>
              <a:rPr lang="en-US" dirty="0"/>
              <a:t>Every time it executes.</a:t>
            </a:r>
          </a:p>
          <a:p>
            <a:pPr marL="342900" indent="-342900">
              <a:buFont typeface="+mj-lt"/>
              <a:buAutoNum type="alphaUcPeriod"/>
            </a:pPr>
            <a:r>
              <a:rPr lang="en-US" dirty="0"/>
              <a:t>The first time it executes.</a:t>
            </a:r>
          </a:p>
        </p:txBody>
      </p:sp>
    </p:spTree>
    <p:extLst>
      <p:ext uri="{BB962C8B-B14F-4D97-AF65-F5344CB8AC3E}">
        <p14:creationId xmlns:p14="http://schemas.microsoft.com/office/powerpoint/2010/main" val="221219932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Language Interoperability</a:t>
            </a:r>
          </a:p>
        </p:txBody>
      </p:sp>
      <p:sp>
        <p:nvSpPr>
          <p:cNvPr id="3" name="Content Placeholder 2"/>
          <p:cNvSpPr>
            <a:spLocks noGrp="1"/>
          </p:cNvSpPr>
          <p:nvPr>
            <p:ph idx="1"/>
          </p:nvPr>
        </p:nvSpPr>
        <p:spPr>
          <a:xfrm>
            <a:off x="411955" y="1526075"/>
            <a:ext cx="10993981" cy="668485"/>
          </a:xfrm>
        </p:spPr>
        <p:txBody>
          <a:bodyPr>
            <a:normAutofit/>
          </a:bodyPr>
          <a:lstStyle/>
          <a:p>
            <a:r>
              <a:rPr lang="en-US" dirty="0"/>
              <a:t>IL facilitates </a:t>
            </a:r>
            <a:r>
              <a:rPr lang="en-US" i="1" dirty="0"/>
              <a:t>language interoperability</a:t>
            </a:r>
          </a:p>
          <a:p>
            <a:endParaRPr lang="en-US" i="1" dirty="0"/>
          </a:p>
        </p:txBody>
      </p:sp>
      <p:graphicFrame>
        <p:nvGraphicFramePr>
          <p:cNvPr id="5" name="Diagram 4"/>
          <p:cNvGraphicFramePr/>
          <p:nvPr>
            <p:extLst>
              <p:ext uri="{D42A27DB-BD31-4B8C-83A1-F6EECF244321}">
                <p14:modId xmlns:p14="http://schemas.microsoft.com/office/powerpoint/2010/main" val="2654361872"/>
              </p:ext>
            </p:extLst>
          </p:nvPr>
        </p:nvGraphicFramePr>
        <p:xfrm>
          <a:off x="1713297" y="1982803"/>
          <a:ext cx="9355755" cy="437949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61681571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Intermediate Language Features</a:t>
            </a:r>
          </a:p>
        </p:txBody>
      </p:sp>
      <p:sp>
        <p:nvSpPr>
          <p:cNvPr id="3" name="Content Placeholder 2"/>
          <p:cNvSpPr>
            <a:spLocks noGrp="1"/>
          </p:cNvSpPr>
          <p:nvPr>
            <p:ph idx="1"/>
          </p:nvPr>
        </p:nvSpPr>
        <p:spPr/>
        <p:txBody>
          <a:bodyPr/>
          <a:lstStyle/>
          <a:p>
            <a:r>
              <a:rPr lang="en-US" dirty="0"/>
              <a:t>Object orientation and the use of interfaces</a:t>
            </a:r>
          </a:p>
          <a:p>
            <a:r>
              <a:rPr lang="en-US" dirty="0"/>
              <a:t>Strong distinction between value and reference types </a:t>
            </a:r>
          </a:p>
          <a:p>
            <a:r>
              <a:rPr lang="en-US" dirty="0"/>
              <a:t>Strong data typing </a:t>
            </a:r>
          </a:p>
          <a:p>
            <a:r>
              <a:rPr lang="en-US" dirty="0"/>
              <a:t>Error handling using exceptions </a:t>
            </a:r>
          </a:p>
          <a:p>
            <a:r>
              <a:rPr lang="en-US" dirty="0"/>
              <a:t>Use of attributes</a:t>
            </a:r>
          </a:p>
        </p:txBody>
      </p:sp>
    </p:spTree>
    <p:extLst>
      <p:ext uri="{BB962C8B-B14F-4D97-AF65-F5344CB8AC3E}">
        <p14:creationId xmlns:p14="http://schemas.microsoft.com/office/powerpoint/2010/main" val="184479621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Support for Object Orientation and Interfaces</a:t>
            </a:r>
          </a:p>
        </p:txBody>
      </p:sp>
      <p:sp>
        <p:nvSpPr>
          <p:cNvPr id="3" name="Content Placeholder 2"/>
          <p:cNvSpPr>
            <a:spLocks noGrp="1"/>
          </p:cNvSpPr>
          <p:nvPr>
            <p:ph idx="1"/>
          </p:nvPr>
        </p:nvSpPr>
        <p:spPr/>
        <p:txBody>
          <a:bodyPr/>
          <a:lstStyle/>
          <a:p>
            <a:r>
              <a:rPr lang="en-US" dirty="0"/>
              <a:t>IL is based on classic Object Oriented programming patterns and principles</a:t>
            </a:r>
          </a:p>
          <a:p>
            <a:r>
              <a:rPr lang="en-US" dirty="0"/>
              <a:t>You will need to learn:</a:t>
            </a:r>
          </a:p>
          <a:p>
            <a:pPr lvl="1"/>
            <a:r>
              <a:rPr lang="en-US" dirty="0"/>
              <a:t>Defining classes</a:t>
            </a:r>
          </a:p>
          <a:p>
            <a:pPr lvl="1"/>
            <a:r>
              <a:rPr lang="en-US" dirty="0"/>
              <a:t>Inheritance</a:t>
            </a:r>
          </a:p>
          <a:p>
            <a:pPr lvl="1"/>
            <a:r>
              <a:rPr lang="en-US" dirty="0"/>
              <a:t>Interfaces</a:t>
            </a:r>
          </a:p>
          <a:p>
            <a:pPr lvl="1"/>
            <a:r>
              <a:rPr lang="en-US" dirty="0"/>
              <a:t>Polymorphism</a:t>
            </a:r>
          </a:p>
        </p:txBody>
      </p:sp>
    </p:spTree>
    <p:extLst>
      <p:ext uri="{BB962C8B-B14F-4D97-AF65-F5344CB8AC3E}">
        <p14:creationId xmlns:p14="http://schemas.microsoft.com/office/powerpoint/2010/main" val="81752732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“True” Language Interoperability</a:t>
            </a:r>
          </a:p>
        </p:txBody>
      </p:sp>
      <p:sp>
        <p:nvSpPr>
          <p:cNvPr id="3" name="Content Placeholder 2"/>
          <p:cNvSpPr>
            <a:spLocks noGrp="1"/>
          </p:cNvSpPr>
          <p:nvPr>
            <p:ph idx="1"/>
          </p:nvPr>
        </p:nvSpPr>
        <p:spPr/>
        <p:txBody>
          <a:bodyPr>
            <a:normAutofit fontScale="92500" lnSpcReduction="20000"/>
          </a:bodyPr>
          <a:lstStyle/>
          <a:p>
            <a:r>
              <a:rPr lang="en-US" dirty="0"/>
              <a:t>A class written in one language can inherit from a class written in another language.</a:t>
            </a:r>
          </a:p>
          <a:p>
            <a:r>
              <a:rPr lang="en-US" dirty="0"/>
              <a:t>The class can contain an instance of another class, no matter what the languages of the two classes are.</a:t>
            </a:r>
          </a:p>
          <a:p>
            <a:r>
              <a:rPr lang="en-US" dirty="0"/>
              <a:t>An object can directly call methods against another object written in another language.</a:t>
            </a:r>
          </a:p>
          <a:p>
            <a:r>
              <a:rPr lang="en-US" dirty="0"/>
              <a:t>Objects (or references to objects) can be passed around between methods.</a:t>
            </a:r>
          </a:p>
          <a:p>
            <a:r>
              <a:rPr lang="en-US" dirty="0"/>
              <a:t>When calling methods between languages, you can step between the method calls in the debugger, even when this means stepping between source code written in different languages.</a:t>
            </a:r>
          </a:p>
        </p:txBody>
      </p:sp>
      <p:sp>
        <p:nvSpPr>
          <p:cNvPr id="4" name="Explosion 1 3"/>
          <p:cNvSpPr/>
          <p:nvPr/>
        </p:nvSpPr>
        <p:spPr>
          <a:xfrm rot="997445">
            <a:off x="4068963" y="2740237"/>
            <a:ext cx="4054079" cy="2081153"/>
          </a:xfrm>
          <a:prstGeom prst="irregularSeal1">
            <a:avLst/>
          </a:prstGeom>
          <a:ln/>
        </p:spPr>
        <p:style>
          <a:lnRef idx="3">
            <a:schemeClr val="lt1"/>
          </a:lnRef>
          <a:fillRef idx="1">
            <a:schemeClr val="accent2"/>
          </a:fillRef>
          <a:effectRef idx="1">
            <a:schemeClr val="accent2"/>
          </a:effectRef>
          <a:fontRef idx="minor">
            <a:schemeClr val="lt1"/>
          </a:fontRef>
        </p:style>
        <p:txBody>
          <a:bodyPr rtlCol="0" anchor="ctr"/>
          <a:lstStyle/>
          <a:p>
            <a:pPr algn="ctr"/>
            <a:r>
              <a:rPr lang="en-US" sz="2250" b="1" dirty="0">
                <a:solidFill>
                  <a:schemeClr val="bg1">
                    <a:lumMod val="95000"/>
                    <a:lumOff val="5000"/>
                  </a:schemeClr>
                </a:solidFill>
              </a:rPr>
              <a:t>.NET and IL Achieve this!</a:t>
            </a:r>
          </a:p>
        </p:txBody>
      </p:sp>
    </p:spTree>
    <p:extLst>
      <p:ext uri="{BB962C8B-B14F-4D97-AF65-F5344CB8AC3E}">
        <p14:creationId xmlns:p14="http://schemas.microsoft.com/office/powerpoint/2010/main" val="7457591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Distinct Value and Reference Types</a:t>
            </a:r>
            <a:endParaRPr lang="en-US" dirty="0"/>
          </a:p>
        </p:txBody>
      </p:sp>
      <p:sp>
        <p:nvSpPr>
          <p:cNvPr id="3" name="Content Placeholder 2"/>
          <p:cNvSpPr>
            <a:spLocks noGrp="1"/>
          </p:cNvSpPr>
          <p:nvPr>
            <p:ph idx="1"/>
          </p:nvPr>
        </p:nvSpPr>
        <p:spPr>
          <a:xfrm>
            <a:off x="609600" y="1676400"/>
            <a:ext cx="5928606" cy="4800600"/>
          </a:xfrm>
        </p:spPr>
        <p:txBody>
          <a:bodyPr/>
          <a:lstStyle/>
          <a:p>
            <a:r>
              <a:rPr lang="en-US"/>
              <a:t>IL makes a strong distinction between value and reference types.</a:t>
            </a:r>
          </a:p>
          <a:p>
            <a:r>
              <a:rPr lang="en-US"/>
              <a:t>Value type:</a:t>
            </a:r>
          </a:p>
          <a:p>
            <a:pPr lvl="1"/>
            <a:r>
              <a:rPr lang="en-US"/>
              <a:t>Variable directly stores it’s data</a:t>
            </a:r>
          </a:p>
          <a:p>
            <a:r>
              <a:rPr lang="en-US"/>
              <a:t>Reference type:</a:t>
            </a:r>
          </a:p>
          <a:p>
            <a:pPr lvl="1"/>
            <a:r>
              <a:rPr lang="en-US"/>
              <a:t>Variable stores an address where the data can be found.</a:t>
            </a:r>
          </a:p>
          <a:p>
            <a:pPr lvl="1"/>
            <a:endParaRPr lang="en-US" dirty="0"/>
          </a:p>
        </p:txBody>
      </p:sp>
      <p:grpSp>
        <p:nvGrpSpPr>
          <p:cNvPr id="17" name="Group 16"/>
          <p:cNvGrpSpPr/>
          <p:nvPr/>
        </p:nvGrpSpPr>
        <p:grpSpPr>
          <a:xfrm>
            <a:off x="7575568" y="946877"/>
            <a:ext cx="4419669" cy="3342802"/>
            <a:chOff x="7427006" y="2196676"/>
            <a:chExt cx="2369210" cy="1997673"/>
          </a:xfrm>
        </p:grpSpPr>
        <p:grpSp>
          <p:nvGrpSpPr>
            <p:cNvPr id="13" name="Group 12"/>
            <p:cNvGrpSpPr/>
            <p:nvPr/>
          </p:nvGrpSpPr>
          <p:grpSpPr>
            <a:xfrm>
              <a:off x="7769784" y="2196676"/>
              <a:ext cx="1790450" cy="1004339"/>
              <a:chOff x="7683994" y="2958566"/>
              <a:chExt cx="3183025" cy="1785492"/>
            </a:xfrm>
          </p:grpSpPr>
          <p:sp>
            <p:nvSpPr>
              <p:cNvPr id="4" name="TextBox 3"/>
              <p:cNvSpPr txBox="1"/>
              <p:nvPr/>
            </p:nvSpPr>
            <p:spPr>
              <a:xfrm>
                <a:off x="7683994" y="2958566"/>
                <a:ext cx="1589192" cy="490477"/>
              </a:xfrm>
              <a:prstGeom prst="rect">
                <a:avLst/>
              </a:prstGeom>
              <a:noFill/>
            </p:spPr>
            <p:txBody>
              <a:bodyPr wrap="none" rtlCol="0">
                <a:spAutoFit/>
              </a:bodyPr>
              <a:lstStyle/>
              <a:p>
                <a:r>
                  <a:rPr lang="en-US" sz="2400" dirty="0" err="1"/>
                  <a:t>myValueVar</a:t>
                </a:r>
                <a:endParaRPr lang="en-US" sz="2400" dirty="0"/>
              </a:p>
            </p:txBody>
          </p:sp>
          <p:sp>
            <p:nvSpPr>
              <p:cNvPr id="5" name="Striped Right Arrow 4"/>
              <p:cNvSpPr/>
              <p:nvPr/>
            </p:nvSpPr>
            <p:spPr>
              <a:xfrm rot="1726753">
                <a:off x="9290173" y="3595139"/>
                <a:ext cx="905603" cy="260475"/>
              </a:xfrm>
              <a:prstGeom prst="stripedRightArrow">
                <a:avLst/>
              </a:prstGeom>
            </p:spPr>
            <p:style>
              <a:lnRef idx="1">
                <a:schemeClr val="accent3"/>
              </a:lnRef>
              <a:fillRef idx="3">
                <a:schemeClr val="accent3"/>
              </a:fillRef>
              <a:effectRef idx="2">
                <a:schemeClr val="accent3"/>
              </a:effectRef>
              <a:fontRef idx="minor">
                <a:schemeClr val="lt1"/>
              </a:fontRef>
            </p:style>
            <p:txBody>
              <a:bodyPr rtlCol="0" anchor="ctr"/>
              <a:lstStyle/>
              <a:p>
                <a:pPr algn="ctr"/>
                <a:endParaRPr lang="en-US" sz="3200"/>
              </a:p>
            </p:txBody>
          </p:sp>
          <p:sp>
            <p:nvSpPr>
              <p:cNvPr id="6" name="TextBox 5"/>
              <p:cNvSpPr txBox="1"/>
              <p:nvPr/>
            </p:nvSpPr>
            <p:spPr>
              <a:xfrm>
                <a:off x="10419110" y="3861200"/>
                <a:ext cx="447909" cy="882858"/>
              </a:xfrm>
              <a:prstGeom prst="rect">
                <a:avLst/>
              </a:prstGeom>
              <a:noFill/>
            </p:spPr>
            <p:txBody>
              <a:bodyPr wrap="none" rtlCol="0">
                <a:spAutoFit/>
              </a:bodyPr>
              <a:lstStyle/>
              <a:p>
                <a:r>
                  <a:rPr lang="en-US" sz="4800" b="1" dirty="0"/>
                  <a:t>?</a:t>
                </a:r>
              </a:p>
            </p:txBody>
          </p:sp>
        </p:grpSp>
        <p:grpSp>
          <p:nvGrpSpPr>
            <p:cNvPr id="14" name="Group 13"/>
            <p:cNvGrpSpPr/>
            <p:nvPr/>
          </p:nvGrpSpPr>
          <p:grpSpPr>
            <a:xfrm>
              <a:off x="7427006" y="2730313"/>
              <a:ext cx="2369210" cy="1464036"/>
              <a:chOff x="7024100" y="4198364"/>
              <a:chExt cx="4211931" cy="2602728"/>
            </a:xfrm>
          </p:grpSpPr>
          <p:sp>
            <p:nvSpPr>
              <p:cNvPr id="7" name="TextBox 6"/>
              <p:cNvSpPr txBox="1"/>
              <p:nvPr/>
            </p:nvSpPr>
            <p:spPr>
              <a:xfrm>
                <a:off x="7024100" y="4198364"/>
                <a:ext cx="1318246" cy="490476"/>
              </a:xfrm>
              <a:prstGeom prst="rect">
                <a:avLst/>
              </a:prstGeom>
              <a:noFill/>
            </p:spPr>
            <p:txBody>
              <a:bodyPr wrap="none" rtlCol="0">
                <a:spAutoFit/>
              </a:bodyPr>
              <a:lstStyle/>
              <a:p>
                <a:r>
                  <a:rPr lang="en-US" sz="2400" dirty="0" err="1"/>
                  <a:t>myRefVar</a:t>
                </a:r>
                <a:endParaRPr lang="en-US" sz="2400" dirty="0"/>
              </a:p>
            </p:txBody>
          </p:sp>
          <p:sp>
            <p:nvSpPr>
              <p:cNvPr id="8" name="Striped Right Arrow 7"/>
              <p:cNvSpPr/>
              <p:nvPr/>
            </p:nvSpPr>
            <p:spPr>
              <a:xfrm rot="1407812">
                <a:off x="7975280" y="4888723"/>
                <a:ext cx="905603" cy="260475"/>
              </a:xfrm>
              <a:prstGeom prst="stripedRightArrow">
                <a:avLst/>
              </a:prstGeom>
            </p:spPr>
            <p:style>
              <a:lnRef idx="1">
                <a:schemeClr val="accent3"/>
              </a:lnRef>
              <a:fillRef idx="3">
                <a:schemeClr val="accent3"/>
              </a:fillRef>
              <a:effectRef idx="2">
                <a:schemeClr val="accent3"/>
              </a:effectRef>
              <a:fontRef idx="minor">
                <a:schemeClr val="lt1"/>
              </a:fontRef>
            </p:style>
            <p:txBody>
              <a:bodyPr rtlCol="0" anchor="ctr"/>
              <a:lstStyle/>
              <a:p>
                <a:pPr algn="ctr"/>
                <a:endParaRPr lang="en-US" sz="3200"/>
              </a:p>
            </p:txBody>
          </p:sp>
          <p:sp>
            <p:nvSpPr>
              <p:cNvPr id="9" name="TextBox 8"/>
              <p:cNvSpPr txBox="1"/>
              <p:nvPr/>
            </p:nvSpPr>
            <p:spPr>
              <a:xfrm>
                <a:off x="8755363" y="5134052"/>
                <a:ext cx="1395056" cy="490476"/>
              </a:xfrm>
              <a:prstGeom prst="rect">
                <a:avLst/>
              </a:prstGeom>
              <a:noFill/>
            </p:spPr>
            <p:txBody>
              <a:bodyPr wrap="none" rtlCol="0">
                <a:spAutoFit/>
              </a:bodyPr>
              <a:lstStyle/>
              <a:p>
                <a:r>
                  <a:rPr lang="en-US" sz="2400" dirty="0"/>
                  <a:t>00AD6CFF</a:t>
                </a:r>
              </a:p>
            </p:txBody>
          </p:sp>
          <p:sp>
            <p:nvSpPr>
              <p:cNvPr id="10" name="Striped Right Arrow 9"/>
              <p:cNvSpPr/>
              <p:nvPr/>
            </p:nvSpPr>
            <p:spPr>
              <a:xfrm rot="1407812">
                <a:off x="9749651" y="5672904"/>
                <a:ext cx="905603" cy="260475"/>
              </a:xfrm>
              <a:prstGeom prst="stripedRightArrow">
                <a:avLst/>
              </a:prstGeom>
            </p:spPr>
            <p:style>
              <a:lnRef idx="1">
                <a:schemeClr val="accent3"/>
              </a:lnRef>
              <a:fillRef idx="3">
                <a:schemeClr val="accent3"/>
              </a:fillRef>
              <a:effectRef idx="2">
                <a:schemeClr val="accent3"/>
              </a:effectRef>
              <a:fontRef idx="minor">
                <a:schemeClr val="lt1"/>
              </a:fontRef>
            </p:style>
            <p:txBody>
              <a:bodyPr rtlCol="0" anchor="ctr"/>
              <a:lstStyle/>
              <a:p>
                <a:pPr algn="ctr"/>
                <a:endParaRPr lang="en-US" sz="3200" dirty="0"/>
              </a:p>
            </p:txBody>
          </p:sp>
          <p:sp>
            <p:nvSpPr>
              <p:cNvPr id="11" name="TextBox 10"/>
              <p:cNvSpPr txBox="1"/>
              <p:nvPr/>
            </p:nvSpPr>
            <p:spPr>
              <a:xfrm>
                <a:off x="10788122" y="5918235"/>
                <a:ext cx="447909" cy="882857"/>
              </a:xfrm>
              <a:prstGeom prst="rect">
                <a:avLst/>
              </a:prstGeom>
              <a:noFill/>
            </p:spPr>
            <p:txBody>
              <a:bodyPr wrap="none" rtlCol="0">
                <a:spAutoFit/>
              </a:bodyPr>
              <a:lstStyle/>
              <a:p>
                <a:r>
                  <a:rPr lang="en-US" sz="4800" b="1" dirty="0"/>
                  <a:t>?</a:t>
                </a:r>
              </a:p>
            </p:txBody>
          </p:sp>
        </p:grpSp>
        <p:sp>
          <p:nvSpPr>
            <p:cNvPr id="12" name="Rectangular Callout 11"/>
            <p:cNvSpPr/>
            <p:nvPr/>
          </p:nvSpPr>
          <p:spPr>
            <a:xfrm>
              <a:off x="7477781" y="3585425"/>
              <a:ext cx="802541" cy="316169"/>
            </a:xfrm>
            <a:prstGeom prst="wedgeRectCallout">
              <a:avLst>
                <a:gd name="adj1" fmla="val 69961"/>
                <a:gd name="adj2" fmla="val -92435"/>
              </a:avLst>
            </a:prstGeom>
          </p:spPr>
          <p:style>
            <a:lnRef idx="1">
              <a:schemeClr val="accent3"/>
            </a:lnRef>
            <a:fillRef idx="3">
              <a:schemeClr val="accent3"/>
            </a:fillRef>
            <a:effectRef idx="2">
              <a:schemeClr val="accent3"/>
            </a:effectRef>
            <a:fontRef idx="minor">
              <a:schemeClr val="lt1"/>
            </a:fontRef>
          </p:style>
          <p:txBody>
            <a:bodyPr rtlCol="0" anchor="ctr"/>
            <a:lstStyle/>
            <a:p>
              <a:pPr algn="ctr"/>
              <a:r>
                <a:rPr lang="en-US" sz="1600" dirty="0"/>
                <a:t>Address in memory</a:t>
              </a:r>
            </a:p>
          </p:txBody>
        </p:sp>
      </p:grpSp>
    </p:spTree>
    <p:extLst>
      <p:ext uri="{BB962C8B-B14F-4D97-AF65-F5344CB8AC3E}">
        <p14:creationId xmlns:p14="http://schemas.microsoft.com/office/powerpoint/2010/main" val="24133309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fade">
                                      <p:cBhvr>
                                        <p:cTn id="10" dur="500"/>
                                        <p:tgtEl>
                                          <p:spTgt spid="3">
                                            <p:txEl>
                                              <p:pRg st="2" end="2"/>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animEffect transition="in" filter="fade">
                                      <p:cBhvr>
                                        <p:cTn id="15" dur="500"/>
                                        <p:tgtEl>
                                          <p:spTgt spid="3">
                                            <p:txEl>
                                              <p:pRg st="3" end="3"/>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3">
                                            <p:txEl>
                                              <p:pRg st="4" end="4"/>
                                            </p:txEl>
                                          </p:spTgt>
                                        </p:tgtEl>
                                        <p:attrNameLst>
                                          <p:attrName>style.visibility</p:attrName>
                                        </p:attrNameLst>
                                      </p:cBhvr>
                                      <p:to>
                                        <p:strVal val="visible"/>
                                      </p:to>
                                    </p:set>
                                    <p:animEffect transition="in" filter="fade">
                                      <p:cBhvr>
                                        <p:cTn id="18"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Strong Data Typing</a:t>
            </a:r>
          </a:p>
        </p:txBody>
      </p:sp>
      <p:sp>
        <p:nvSpPr>
          <p:cNvPr id="3" name="Content Placeholder 2"/>
          <p:cNvSpPr>
            <a:spLocks noGrp="1"/>
          </p:cNvSpPr>
          <p:nvPr>
            <p:ph idx="1"/>
          </p:nvPr>
        </p:nvSpPr>
        <p:spPr/>
        <p:txBody>
          <a:bodyPr>
            <a:normAutofit/>
          </a:bodyPr>
          <a:lstStyle/>
          <a:p>
            <a:r>
              <a:rPr lang="en-US" dirty="0"/>
              <a:t>IL is strongly typed</a:t>
            </a:r>
          </a:p>
          <a:p>
            <a:r>
              <a:rPr lang="en-US" dirty="0"/>
              <a:t>All variables are clearly marked as being of a particular type.</a:t>
            </a:r>
          </a:p>
          <a:p>
            <a:r>
              <a:rPr lang="en-US" dirty="0"/>
              <a:t>IL does not permit operations that result in ambiguous data types.</a:t>
            </a:r>
          </a:p>
          <a:p>
            <a:endParaRPr lang="en-US" dirty="0"/>
          </a:p>
        </p:txBody>
      </p:sp>
    </p:spTree>
    <p:extLst>
      <p:ext uri="{BB962C8B-B14F-4D97-AF65-F5344CB8AC3E}">
        <p14:creationId xmlns:p14="http://schemas.microsoft.com/office/powerpoint/2010/main" val="167477157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Advantages of Type Safety</a:t>
            </a:r>
          </a:p>
        </p:txBody>
      </p:sp>
      <p:sp>
        <p:nvSpPr>
          <p:cNvPr id="3" name="Content Placeholder 2"/>
          <p:cNvSpPr>
            <a:spLocks noGrp="1"/>
          </p:cNvSpPr>
          <p:nvPr>
            <p:ph idx="1"/>
          </p:nvPr>
        </p:nvSpPr>
        <p:spPr/>
        <p:txBody>
          <a:bodyPr/>
          <a:lstStyle/>
          <a:p>
            <a:r>
              <a:rPr lang="en-US" dirty="0"/>
              <a:t>Language Interoperability</a:t>
            </a:r>
          </a:p>
          <a:p>
            <a:r>
              <a:rPr lang="en-US" dirty="0"/>
              <a:t>Garbage Collection</a:t>
            </a:r>
          </a:p>
          <a:p>
            <a:r>
              <a:rPr lang="en-US" dirty="0"/>
              <a:t>Security</a:t>
            </a:r>
          </a:p>
          <a:p>
            <a:r>
              <a:rPr lang="en-US" dirty="0"/>
              <a:t>Application Domains</a:t>
            </a:r>
          </a:p>
        </p:txBody>
      </p:sp>
    </p:spTree>
    <p:extLst>
      <p:ext uri="{BB962C8B-B14F-4D97-AF65-F5344CB8AC3E}">
        <p14:creationId xmlns:p14="http://schemas.microsoft.com/office/powerpoint/2010/main" val="274659700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Strong Data Typing and Interoperability</a:t>
            </a:r>
          </a:p>
        </p:txBody>
      </p:sp>
      <p:sp>
        <p:nvSpPr>
          <p:cNvPr id="3" name="Content Placeholder 2"/>
          <p:cNvSpPr>
            <a:spLocks noGrp="1"/>
          </p:cNvSpPr>
          <p:nvPr>
            <p:ph idx="1"/>
          </p:nvPr>
        </p:nvSpPr>
        <p:spPr>
          <a:xfrm>
            <a:off x="609600" y="1417638"/>
            <a:ext cx="10972800" cy="1692385"/>
          </a:xfrm>
        </p:spPr>
        <p:txBody>
          <a:bodyPr>
            <a:normAutofit/>
          </a:bodyPr>
          <a:lstStyle/>
          <a:p>
            <a:r>
              <a:rPr lang="en-US" sz="2400" dirty="0"/>
              <a:t>For a program in one language to access an object/variable in another language it must know what that type is.</a:t>
            </a:r>
          </a:p>
          <a:p>
            <a:r>
              <a:rPr lang="en-US" sz="2400" dirty="0"/>
              <a:t>.NET implements a Common Type System (CTS) that has all the predefined types IL implements.</a:t>
            </a:r>
          </a:p>
          <a:p>
            <a:endParaRPr lang="en-US" sz="2400" dirty="0"/>
          </a:p>
        </p:txBody>
      </p:sp>
      <p:graphicFrame>
        <p:nvGraphicFramePr>
          <p:cNvPr id="5" name="Diagram 4"/>
          <p:cNvGraphicFramePr/>
          <p:nvPr>
            <p:extLst>
              <p:ext uri="{D42A27DB-BD31-4B8C-83A1-F6EECF244321}">
                <p14:modId xmlns:p14="http://schemas.microsoft.com/office/powerpoint/2010/main" val="2447720915"/>
              </p:ext>
            </p:extLst>
          </p:nvPr>
        </p:nvGraphicFramePr>
        <p:xfrm>
          <a:off x="3542097" y="3486653"/>
          <a:ext cx="5742879" cy="275017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 name="Rectangular Callout 5"/>
          <p:cNvSpPr/>
          <p:nvPr/>
        </p:nvSpPr>
        <p:spPr>
          <a:xfrm>
            <a:off x="7945624" y="5164388"/>
            <a:ext cx="2343782" cy="716647"/>
          </a:xfrm>
          <a:prstGeom prst="wedgeRectCallout">
            <a:avLst>
              <a:gd name="adj1" fmla="val -86993"/>
              <a:gd name="adj2" fmla="val -9881"/>
            </a:avLst>
          </a:prstGeom>
        </p:spPr>
        <p:style>
          <a:lnRef idx="1">
            <a:schemeClr val="accent3"/>
          </a:lnRef>
          <a:fillRef idx="3">
            <a:schemeClr val="accent3"/>
          </a:fillRef>
          <a:effectRef idx="2">
            <a:schemeClr val="accent3"/>
          </a:effectRef>
          <a:fontRef idx="minor">
            <a:schemeClr val="lt1"/>
          </a:fontRef>
        </p:style>
        <p:txBody>
          <a:bodyPr rtlCol="0" anchor="ctr"/>
          <a:lstStyle/>
          <a:p>
            <a:pPr algn="ctr"/>
            <a:r>
              <a:rPr lang="en-US" sz="2400" dirty="0"/>
              <a:t>CTS Type</a:t>
            </a:r>
          </a:p>
        </p:txBody>
      </p:sp>
    </p:spTree>
    <p:extLst>
      <p:ext uri="{BB962C8B-B14F-4D97-AF65-F5344CB8AC3E}">
        <p14:creationId xmlns:p14="http://schemas.microsoft.com/office/powerpoint/2010/main" val="15243061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Common Type System</a:t>
            </a:r>
          </a:p>
        </p:txBody>
      </p:sp>
      <p:graphicFrame>
        <p:nvGraphicFramePr>
          <p:cNvPr id="5" name="Diagram 4"/>
          <p:cNvGraphicFramePr/>
          <p:nvPr>
            <p:extLst>
              <p:ext uri="{D42A27DB-BD31-4B8C-83A1-F6EECF244321}">
                <p14:modId xmlns:p14="http://schemas.microsoft.com/office/powerpoint/2010/main" val="2158652414"/>
              </p:ext>
            </p:extLst>
          </p:nvPr>
        </p:nvGraphicFramePr>
        <p:xfrm>
          <a:off x="943276" y="1222408"/>
          <a:ext cx="10639124" cy="536127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40786641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Common Language Specification (CLS)</a:t>
            </a:r>
          </a:p>
        </p:txBody>
      </p:sp>
      <p:sp>
        <p:nvSpPr>
          <p:cNvPr id="3" name="Content Placeholder 2"/>
          <p:cNvSpPr>
            <a:spLocks noGrp="1"/>
          </p:cNvSpPr>
          <p:nvPr>
            <p:ph idx="1"/>
          </p:nvPr>
        </p:nvSpPr>
        <p:spPr/>
        <p:txBody>
          <a:bodyPr>
            <a:normAutofit/>
          </a:bodyPr>
          <a:lstStyle/>
          <a:p>
            <a:r>
              <a:rPr lang="en-US" dirty="0"/>
              <a:t>The CLS works with CTS to ensure language interoperability.</a:t>
            </a:r>
          </a:p>
          <a:p>
            <a:r>
              <a:rPr lang="en-US" dirty="0"/>
              <a:t>CLS is a minimum set of standards .NET languages must support.</a:t>
            </a:r>
          </a:p>
          <a:p>
            <a:r>
              <a:rPr lang="en-US" dirty="0"/>
              <a:t>Most languages only support a subset of CTS.</a:t>
            </a:r>
          </a:p>
          <a:p>
            <a:r>
              <a:rPr lang="en-US" dirty="0"/>
              <a:t>OK as long as compiler supports all of CLS.</a:t>
            </a:r>
          </a:p>
          <a:p>
            <a:endParaRPr lang="en-US" dirty="0"/>
          </a:p>
        </p:txBody>
      </p:sp>
    </p:spTree>
    <p:extLst>
      <p:ext uri="{BB962C8B-B14F-4D97-AF65-F5344CB8AC3E}">
        <p14:creationId xmlns:p14="http://schemas.microsoft.com/office/powerpoint/2010/main" val="291185773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Garbage Collection</a:t>
            </a:r>
          </a:p>
        </p:txBody>
      </p:sp>
      <p:sp>
        <p:nvSpPr>
          <p:cNvPr id="3" name="Content Placeholder 2"/>
          <p:cNvSpPr>
            <a:spLocks noGrp="1"/>
          </p:cNvSpPr>
          <p:nvPr>
            <p:ph idx="1"/>
          </p:nvPr>
        </p:nvSpPr>
        <p:spPr/>
        <p:txBody>
          <a:bodyPr/>
          <a:lstStyle/>
          <a:p>
            <a:r>
              <a:rPr lang="en-US" dirty="0"/>
              <a:t>Some languages such as C++ do not have automatic garbage collection</a:t>
            </a:r>
          </a:p>
          <a:p>
            <a:pPr lvl="1"/>
            <a:r>
              <a:rPr lang="en-US" dirty="0"/>
              <a:t>Programmer is responsible for de-allocation of unused memory</a:t>
            </a:r>
          </a:p>
          <a:p>
            <a:pPr lvl="1"/>
            <a:r>
              <a:rPr lang="en-US" dirty="0"/>
              <a:t>Can lead to “memory leaks”</a:t>
            </a:r>
          </a:p>
          <a:p>
            <a:r>
              <a:rPr lang="en-US" dirty="0"/>
              <a:t> C# implements garbage collection</a:t>
            </a:r>
          </a:p>
          <a:p>
            <a:pPr lvl="1"/>
            <a:r>
              <a:rPr lang="en-US" dirty="0"/>
              <a:t>All unreferenced memory is automatically de-allocated and made available for re-use</a:t>
            </a:r>
          </a:p>
          <a:p>
            <a:pPr lvl="1"/>
            <a:endParaRPr lang="en-US" dirty="0"/>
          </a:p>
        </p:txBody>
      </p:sp>
      <p:sp>
        <p:nvSpPr>
          <p:cNvPr id="4" name="TextBox 3"/>
          <p:cNvSpPr txBox="1"/>
          <p:nvPr/>
        </p:nvSpPr>
        <p:spPr>
          <a:xfrm>
            <a:off x="2104019" y="6176918"/>
            <a:ext cx="8811029" cy="400110"/>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algn="ctr"/>
            <a:r>
              <a:rPr lang="en-US" sz="2000" dirty="0"/>
              <a:t>Garbage collection is not deterministic! It runs intermittently when needed.</a:t>
            </a:r>
          </a:p>
        </p:txBody>
      </p:sp>
    </p:spTree>
    <p:extLst>
      <p:ext uri="{BB962C8B-B14F-4D97-AF65-F5344CB8AC3E}">
        <p14:creationId xmlns:p14="http://schemas.microsoft.com/office/powerpoint/2010/main" val="6611992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idx="1"/>
          </p:nvPr>
        </p:nvSpPr>
        <p:spPr/>
        <p:txBody>
          <a:bodyPr/>
          <a:lstStyle/>
          <a:p>
            <a:pPr indent="-128588"/>
            <a:r>
              <a:rPr lang="en-US" dirty="0"/>
              <a:t>Which of the following Object Oriented Principles will you need to learn to use .NET?</a:t>
            </a:r>
          </a:p>
          <a:p>
            <a:pPr marL="385762" indent="-514350">
              <a:buFont typeface="+mj-lt"/>
              <a:buAutoNum type="alphaUcPeriod"/>
            </a:pPr>
            <a:r>
              <a:rPr lang="en-US" dirty="0"/>
              <a:t>Inheritance</a:t>
            </a:r>
          </a:p>
          <a:p>
            <a:pPr marL="385762" indent="-514350">
              <a:buFont typeface="+mj-lt"/>
              <a:buAutoNum type="alphaUcPeriod"/>
            </a:pPr>
            <a:r>
              <a:rPr lang="en-US" dirty="0"/>
              <a:t>Interfaces</a:t>
            </a:r>
          </a:p>
          <a:p>
            <a:pPr marL="385762" indent="-514350">
              <a:buFont typeface="+mj-lt"/>
              <a:buAutoNum type="alphaUcPeriod"/>
            </a:pPr>
            <a:r>
              <a:rPr lang="en-US" dirty="0"/>
              <a:t>Polymorphism</a:t>
            </a:r>
          </a:p>
          <a:p>
            <a:pPr marL="385762" indent="-514350">
              <a:buFont typeface="+mj-lt"/>
              <a:buAutoNum type="alphaUcPeriod"/>
            </a:pPr>
            <a:r>
              <a:rPr lang="en-US" dirty="0"/>
              <a:t>All of the above</a:t>
            </a:r>
          </a:p>
          <a:p>
            <a:endParaRPr lang="en-US" dirty="0"/>
          </a:p>
        </p:txBody>
      </p:sp>
    </p:spTree>
    <p:extLst>
      <p:ext uri="{BB962C8B-B14F-4D97-AF65-F5344CB8AC3E}">
        <p14:creationId xmlns:p14="http://schemas.microsoft.com/office/powerpoint/2010/main" val="103807887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idx="1"/>
          </p:nvPr>
        </p:nvSpPr>
        <p:spPr/>
        <p:txBody>
          <a:bodyPr/>
          <a:lstStyle/>
          <a:p>
            <a:r>
              <a:rPr lang="en-US" dirty="0"/>
              <a:t>The Common Type System (CTS):</a:t>
            </a:r>
          </a:p>
          <a:p>
            <a:pPr marL="514350" indent="-514350">
              <a:buFont typeface="+mj-lt"/>
              <a:buAutoNum type="alphaUcPeriod"/>
            </a:pPr>
            <a:r>
              <a:rPr lang="en-US" dirty="0"/>
              <a:t>is a minimum set of standards .NET languages must support</a:t>
            </a:r>
          </a:p>
          <a:p>
            <a:pPr marL="514350" indent="-514350">
              <a:buFont typeface="+mj-lt"/>
              <a:buAutoNum type="alphaUcPeriod"/>
            </a:pPr>
            <a:r>
              <a:rPr lang="en-US" dirty="0"/>
              <a:t>Is a low-level language with simple syntax similar to JAVA Byte Code</a:t>
            </a:r>
          </a:p>
          <a:p>
            <a:pPr marL="514350" indent="-514350">
              <a:buFont typeface="+mj-lt"/>
              <a:buAutoNum type="alphaUcPeriod"/>
            </a:pPr>
            <a:r>
              <a:rPr lang="en-US" dirty="0"/>
              <a:t>has all the predefined types IL implements</a:t>
            </a:r>
          </a:p>
          <a:p>
            <a:endParaRPr lang="en-US" dirty="0"/>
          </a:p>
          <a:p>
            <a:endParaRPr lang="en-US" dirty="0"/>
          </a:p>
        </p:txBody>
      </p:sp>
    </p:spTree>
    <p:extLst>
      <p:ext uri="{BB962C8B-B14F-4D97-AF65-F5344CB8AC3E}">
        <p14:creationId xmlns:p14="http://schemas.microsoft.com/office/powerpoint/2010/main" val="329346697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idx="1"/>
          </p:nvPr>
        </p:nvSpPr>
        <p:spPr/>
        <p:txBody>
          <a:bodyPr/>
          <a:lstStyle/>
          <a:p>
            <a:r>
              <a:rPr lang="en-US" dirty="0"/>
              <a:t>Intermediate Language (IL)</a:t>
            </a:r>
          </a:p>
          <a:p>
            <a:pPr marL="514350" indent="-514350">
              <a:buFont typeface="+mj-lt"/>
              <a:buAutoNum type="alphaUcPeriod"/>
            </a:pPr>
            <a:r>
              <a:rPr lang="en-US" dirty="0"/>
              <a:t>is a minimum set of standards .NET languages must support</a:t>
            </a:r>
          </a:p>
          <a:p>
            <a:pPr marL="514350" indent="-514350">
              <a:buFont typeface="+mj-lt"/>
              <a:buAutoNum type="alphaUcPeriod"/>
            </a:pPr>
            <a:r>
              <a:rPr lang="en-US" dirty="0"/>
              <a:t>is a low-level language with simple syntax similar to JAVA Byte Code</a:t>
            </a:r>
          </a:p>
          <a:p>
            <a:pPr marL="514350" indent="-514350">
              <a:buFont typeface="+mj-lt"/>
              <a:buAutoNum type="alphaUcPeriod"/>
            </a:pPr>
            <a:r>
              <a:rPr lang="en-US" dirty="0"/>
              <a:t>has all the predefined types IL implements</a:t>
            </a:r>
          </a:p>
        </p:txBody>
      </p:sp>
    </p:spTree>
    <p:extLst>
      <p:ext uri="{BB962C8B-B14F-4D97-AF65-F5344CB8AC3E}">
        <p14:creationId xmlns:p14="http://schemas.microsoft.com/office/powerpoint/2010/main" val="287305784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idx="1"/>
          </p:nvPr>
        </p:nvSpPr>
        <p:spPr/>
        <p:txBody>
          <a:bodyPr/>
          <a:lstStyle/>
          <a:p>
            <a:r>
              <a:rPr lang="en-US" dirty="0"/>
              <a:t>Common Language Specification (CLS):</a:t>
            </a:r>
          </a:p>
          <a:p>
            <a:pPr marL="514350" indent="-514350">
              <a:buFont typeface="+mj-lt"/>
              <a:buAutoNum type="alphaUcPeriod"/>
            </a:pPr>
            <a:r>
              <a:rPr lang="en-US" dirty="0"/>
              <a:t>is a minimum set of standards .NET languages must support</a:t>
            </a:r>
          </a:p>
          <a:p>
            <a:pPr marL="514350" indent="-514350">
              <a:buFont typeface="+mj-lt"/>
              <a:buAutoNum type="alphaUcPeriod"/>
            </a:pPr>
            <a:r>
              <a:rPr lang="en-US" dirty="0"/>
              <a:t>is a low-level language with simple syntax similar to JAVA Byte Code</a:t>
            </a:r>
          </a:p>
          <a:p>
            <a:pPr marL="514350" indent="-514350">
              <a:buFont typeface="+mj-lt"/>
              <a:buAutoNum type="alphaUcPeriod"/>
            </a:pPr>
            <a:r>
              <a:rPr lang="en-US" dirty="0"/>
              <a:t>has all the predefined types IL implements</a:t>
            </a:r>
          </a:p>
        </p:txBody>
      </p:sp>
    </p:spTree>
    <p:extLst>
      <p:ext uri="{BB962C8B-B14F-4D97-AF65-F5344CB8AC3E}">
        <p14:creationId xmlns:p14="http://schemas.microsoft.com/office/powerpoint/2010/main" val="122541520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Assemblies</a:t>
            </a:r>
          </a:p>
        </p:txBody>
      </p:sp>
      <p:sp>
        <p:nvSpPr>
          <p:cNvPr id="5" name="Subtitle 4"/>
          <p:cNvSpPr>
            <a:spLocks noGrp="1"/>
          </p:cNvSpPr>
          <p:nvPr>
            <p:ph type="body" idx="1"/>
          </p:nvPr>
        </p:nvSpPr>
        <p:spPr/>
        <p:txBody>
          <a:bodyPr>
            <a:normAutofit/>
          </a:bodyPr>
          <a:lstStyle/>
          <a:p>
            <a:r>
              <a:rPr lang="en-US" dirty="0"/>
              <a:t>Explain what an assembly is and list common assemblies used in .NET</a:t>
            </a:r>
          </a:p>
        </p:txBody>
      </p:sp>
    </p:spTree>
    <p:extLst>
      <p:ext uri="{BB962C8B-B14F-4D97-AF65-F5344CB8AC3E}">
        <p14:creationId xmlns:p14="http://schemas.microsoft.com/office/powerpoint/2010/main" val="248388588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Assemblies</a:t>
            </a:r>
          </a:p>
        </p:txBody>
      </p:sp>
      <p:sp>
        <p:nvSpPr>
          <p:cNvPr id="3" name="Content Placeholder 2"/>
          <p:cNvSpPr>
            <a:spLocks noGrp="1"/>
          </p:cNvSpPr>
          <p:nvPr>
            <p:ph idx="1"/>
          </p:nvPr>
        </p:nvSpPr>
        <p:spPr/>
        <p:txBody>
          <a:bodyPr>
            <a:normAutofit lnSpcReduction="10000"/>
          </a:bodyPr>
          <a:lstStyle/>
          <a:p>
            <a:r>
              <a:rPr lang="en-US" dirty="0"/>
              <a:t>An assembly is a compiled C# project. </a:t>
            </a:r>
          </a:p>
          <a:p>
            <a:r>
              <a:rPr lang="en-US" dirty="0"/>
              <a:t>Two types of assemblies:</a:t>
            </a:r>
          </a:p>
          <a:p>
            <a:pPr lvl="1"/>
            <a:r>
              <a:rPr lang="en-US" dirty="0"/>
              <a:t>Executable code has a main program entry point. (Your code is compiled into an executable assembly!)</a:t>
            </a:r>
          </a:p>
          <a:p>
            <a:pPr lvl="1"/>
            <a:r>
              <a:rPr lang="en-US" dirty="0"/>
              <a:t>Library code</a:t>
            </a:r>
          </a:p>
          <a:p>
            <a:pPr lvl="2"/>
            <a:r>
              <a:rPr lang="en-US" dirty="0"/>
              <a:t>Does not have a main program entry point.</a:t>
            </a:r>
          </a:p>
          <a:p>
            <a:pPr lvl="2"/>
            <a:r>
              <a:rPr lang="en-US" dirty="0"/>
              <a:t>In C++ you bring them in using #include statements</a:t>
            </a:r>
          </a:p>
          <a:p>
            <a:pPr lvl="2"/>
            <a:r>
              <a:rPr lang="en-US" dirty="0"/>
              <a:t>In C# you access them by add a using directive</a:t>
            </a:r>
          </a:p>
          <a:p>
            <a:pPr lvl="2"/>
            <a:r>
              <a:rPr lang="en-US" dirty="0"/>
              <a:t>Most of the functionality you will use in C# will come from assemblies that have libraries of classes you will use in your program.</a:t>
            </a:r>
          </a:p>
        </p:txBody>
      </p:sp>
    </p:spTree>
    <p:extLst>
      <p:ext uri="{BB962C8B-B14F-4D97-AF65-F5344CB8AC3E}">
        <p14:creationId xmlns:p14="http://schemas.microsoft.com/office/powerpoint/2010/main" val="30748587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idx="1"/>
          </p:nvPr>
        </p:nvSpPr>
        <p:spPr/>
        <p:txBody>
          <a:bodyPr/>
          <a:lstStyle/>
          <a:p>
            <a:r>
              <a:rPr lang="en-US" dirty="0"/>
              <a:t>In .NET an assembly is</a:t>
            </a:r>
          </a:p>
          <a:p>
            <a:pPr marL="514350" indent="-514350">
              <a:buFont typeface="+mj-lt"/>
              <a:buAutoNum type="alphaUcPeriod"/>
            </a:pPr>
            <a:r>
              <a:rPr lang="en-US" dirty="0"/>
              <a:t>A low level language similar to machine code.</a:t>
            </a:r>
          </a:p>
          <a:p>
            <a:pPr marL="514350" indent="-514350">
              <a:buFont typeface="+mj-lt"/>
              <a:buAutoNum type="alphaUcPeriod"/>
            </a:pPr>
            <a:r>
              <a:rPr lang="en-US" dirty="0"/>
              <a:t>A compiled C# project.</a:t>
            </a:r>
          </a:p>
          <a:p>
            <a:pPr marL="514350" indent="-514350">
              <a:buFont typeface="+mj-lt"/>
              <a:buAutoNum type="alphaUcPeriod"/>
            </a:pPr>
            <a:r>
              <a:rPr lang="en-US" dirty="0"/>
              <a:t>Code that has been verified to not be able to access data outside its application domain (other than through an explicit </a:t>
            </a:r>
            <a:r>
              <a:rPr lang="en-US" i="1" dirty="0" err="1"/>
              <a:t>remoting</a:t>
            </a:r>
            <a:r>
              <a:rPr lang="en-US" i="1" dirty="0"/>
              <a:t> mechanism</a:t>
            </a:r>
            <a:r>
              <a:rPr lang="en-US" dirty="0"/>
              <a:t>).</a:t>
            </a:r>
          </a:p>
          <a:p>
            <a:endParaRPr lang="en-US" dirty="0"/>
          </a:p>
        </p:txBody>
      </p:sp>
    </p:spTree>
    <p:extLst>
      <p:ext uri="{BB962C8B-B14F-4D97-AF65-F5344CB8AC3E}">
        <p14:creationId xmlns:p14="http://schemas.microsoft.com/office/powerpoint/2010/main" val="137091945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dirty="0"/>
              <a:t>Namespaces</a:t>
            </a:r>
            <a:br>
              <a:rPr lang="en-US" dirty="0"/>
            </a:br>
            <a:endParaRPr lang="en-US" dirty="0"/>
          </a:p>
        </p:txBody>
      </p:sp>
      <p:sp>
        <p:nvSpPr>
          <p:cNvPr id="5" name="Subtitle 4"/>
          <p:cNvSpPr>
            <a:spLocks noGrp="1"/>
          </p:cNvSpPr>
          <p:nvPr>
            <p:ph type="body" idx="1"/>
          </p:nvPr>
        </p:nvSpPr>
        <p:spPr/>
        <p:txBody>
          <a:bodyPr/>
          <a:lstStyle/>
          <a:p>
            <a:r>
              <a:rPr lang="en-US" dirty="0"/>
              <a:t>Explain what a namespace is and why it is needed.</a:t>
            </a:r>
          </a:p>
        </p:txBody>
      </p:sp>
    </p:spTree>
    <p:extLst>
      <p:ext uri="{BB962C8B-B14F-4D97-AF65-F5344CB8AC3E}">
        <p14:creationId xmlns:p14="http://schemas.microsoft.com/office/powerpoint/2010/main" val="92765961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Namespaces</a:t>
            </a:r>
            <a:endParaRPr lang="en-US" dirty="0"/>
          </a:p>
        </p:txBody>
      </p:sp>
      <p:sp>
        <p:nvSpPr>
          <p:cNvPr id="3" name="Content Placeholder 2"/>
          <p:cNvSpPr>
            <a:spLocks noGrp="1"/>
          </p:cNvSpPr>
          <p:nvPr>
            <p:ph idx="1"/>
          </p:nvPr>
        </p:nvSpPr>
        <p:spPr/>
        <p:txBody>
          <a:bodyPr/>
          <a:lstStyle/>
          <a:p>
            <a:r>
              <a:rPr lang="en-US" dirty="0"/>
              <a:t>Namespaces help prevent name clashes between classes.</a:t>
            </a:r>
          </a:p>
          <a:p>
            <a:r>
              <a:rPr lang="en-US" dirty="0"/>
              <a:t>Accomplished by prefixing a name to a class name:</a:t>
            </a:r>
          </a:p>
          <a:p>
            <a:endParaRPr lang="en-US" dirty="0"/>
          </a:p>
        </p:txBody>
      </p:sp>
      <p:sp>
        <p:nvSpPr>
          <p:cNvPr id="7" name="Rectangle 6"/>
          <p:cNvSpPr/>
          <p:nvPr/>
        </p:nvSpPr>
        <p:spPr>
          <a:xfrm>
            <a:off x="1703671" y="2873756"/>
            <a:ext cx="8884118" cy="2862322"/>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en-US" sz="2000" dirty="0">
                <a:solidFill>
                  <a:srgbClr val="0000FF"/>
                </a:solidFill>
                <a:highlight>
                  <a:srgbClr val="FFFFFF"/>
                </a:highlight>
                <a:latin typeface="Consolas" panose="020B0609020204030204" pitchFamily="49" charset="0"/>
              </a:rPr>
              <a:t>namespace</a:t>
            </a:r>
            <a:r>
              <a:rPr lang="en-US" sz="2000" dirty="0">
                <a:solidFill>
                  <a:srgbClr val="000000"/>
                </a:solidFill>
                <a:highlight>
                  <a:srgbClr val="FFFFFF"/>
                </a:highlight>
                <a:latin typeface="Consolas" panose="020B0609020204030204" pitchFamily="49" charset="0"/>
              </a:rPr>
              <a:t> </a:t>
            </a:r>
            <a:r>
              <a:rPr lang="en-US" sz="2000" dirty="0" err="1">
                <a:solidFill>
                  <a:srgbClr val="000000"/>
                </a:solidFill>
                <a:highlight>
                  <a:srgbClr val="FFFFFF"/>
                </a:highlight>
                <a:latin typeface="Consolas" panose="020B0609020204030204" pitchFamily="49" charset="0"/>
              </a:rPr>
              <a:t>MyNameSpace</a:t>
            </a:r>
            <a:endParaRPr lang="en-US" sz="2000" dirty="0">
              <a:solidFill>
                <a:srgbClr val="000000"/>
              </a:solidFill>
              <a:highlight>
                <a:srgbClr val="FFFFFF"/>
              </a:highlight>
              <a:latin typeface="Consolas" panose="020B0609020204030204" pitchFamily="49" charset="0"/>
            </a:endParaRPr>
          </a:p>
          <a:p>
            <a:r>
              <a:rPr lang="en-US" sz="2000" dirty="0">
                <a:solidFill>
                  <a:srgbClr val="000000"/>
                </a:solidFill>
                <a:highlight>
                  <a:srgbClr val="FFFFFF"/>
                </a:highlight>
                <a:latin typeface="Consolas" panose="020B0609020204030204" pitchFamily="49" charset="0"/>
              </a:rPr>
              <a:t>{</a:t>
            </a:r>
          </a:p>
          <a:p>
            <a:r>
              <a:rPr lang="en-US" sz="2000" dirty="0">
                <a:solidFill>
                  <a:srgbClr val="000000"/>
                </a:solidFill>
                <a:highlight>
                  <a:srgbClr val="FFFFFF"/>
                </a:highlight>
                <a:latin typeface="Consolas" panose="020B0609020204030204" pitchFamily="49" charset="0"/>
              </a:rPr>
              <a:t>    </a:t>
            </a:r>
            <a:r>
              <a:rPr lang="en-US" sz="2000" dirty="0">
                <a:solidFill>
                  <a:srgbClr val="0000FF"/>
                </a:solidFill>
                <a:highlight>
                  <a:srgbClr val="FFFFFF"/>
                </a:highlight>
                <a:latin typeface="Consolas" panose="020B0609020204030204" pitchFamily="49" charset="0"/>
              </a:rPr>
              <a:t>class</a:t>
            </a:r>
            <a:r>
              <a:rPr lang="en-US" sz="2000" dirty="0">
                <a:solidFill>
                  <a:srgbClr val="000000"/>
                </a:solidFill>
                <a:highlight>
                  <a:srgbClr val="FFFFFF"/>
                </a:highlight>
                <a:latin typeface="Consolas" panose="020B0609020204030204" pitchFamily="49" charset="0"/>
              </a:rPr>
              <a:t> </a:t>
            </a:r>
            <a:r>
              <a:rPr lang="en-US" sz="2000" dirty="0" err="1">
                <a:solidFill>
                  <a:srgbClr val="2B91AF"/>
                </a:solidFill>
                <a:highlight>
                  <a:srgbClr val="FFFFFF"/>
                </a:highlight>
                <a:latin typeface="Consolas" panose="020B0609020204030204" pitchFamily="49" charset="0"/>
              </a:rPr>
              <a:t>MyClassName</a:t>
            </a:r>
            <a:endParaRPr lang="en-US" sz="2000" dirty="0">
              <a:solidFill>
                <a:srgbClr val="000000"/>
              </a:solidFill>
              <a:highlight>
                <a:srgbClr val="FFFFFF"/>
              </a:highlight>
              <a:latin typeface="Consolas" panose="020B0609020204030204" pitchFamily="49" charset="0"/>
            </a:endParaRPr>
          </a:p>
          <a:p>
            <a:r>
              <a:rPr lang="en-US" sz="2000" dirty="0">
                <a:solidFill>
                  <a:srgbClr val="000000"/>
                </a:solidFill>
                <a:highlight>
                  <a:srgbClr val="FFFFFF"/>
                </a:highlight>
                <a:latin typeface="Consolas" panose="020B0609020204030204" pitchFamily="49" charset="0"/>
              </a:rPr>
              <a:t>    {</a:t>
            </a:r>
          </a:p>
          <a:p>
            <a:r>
              <a:rPr lang="en-US" sz="2000" dirty="0">
                <a:solidFill>
                  <a:srgbClr val="000000"/>
                </a:solidFill>
                <a:highlight>
                  <a:srgbClr val="FFFFFF"/>
                </a:highlight>
                <a:latin typeface="Consolas" panose="020B0609020204030204" pitchFamily="49" charset="0"/>
              </a:rPr>
              <a:t>        </a:t>
            </a:r>
            <a:r>
              <a:rPr lang="en-US" sz="2000" dirty="0">
                <a:solidFill>
                  <a:srgbClr val="0000FF"/>
                </a:solidFill>
                <a:highlight>
                  <a:srgbClr val="FFFFFF"/>
                </a:highlight>
                <a:latin typeface="Consolas" panose="020B0609020204030204" pitchFamily="49" charset="0"/>
              </a:rPr>
              <a:t>static</a:t>
            </a:r>
            <a:r>
              <a:rPr lang="en-US" sz="2000" dirty="0">
                <a:solidFill>
                  <a:srgbClr val="000000"/>
                </a:solidFill>
                <a:highlight>
                  <a:srgbClr val="FFFFFF"/>
                </a:highlight>
                <a:latin typeface="Consolas" panose="020B0609020204030204" pitchFamily="49" charset="0"/>
              </a:rPr>
              <a:t> </a:t>
            </a:r>
            <a:r>
              <a:rPr lang="en-US" sz="2000" dirty="0">
                <a:solidFill>
                  <a:srgbClr val="0000FF"/>
                </a:solidFill>
                <a:highlight>
                  <a:srgbClr val="FFFFFF"/>
                </a:highlight>
                <a:latin typeface="Consolas" panose="020B0609020204030204" pitchFamily="49" charset="0"/>
              </a:rPr>
              <a:t>void</a:t>
            </a:r>
            <a:r>
              <a:rPr lang="en-US" sz="2000" dirty="0">
                <a:solidFill>
                  <a:srgbClr val="000000"/>
                </a:solidFill>
                <a:highlight>
                  <a:srgbClr val="FFFFFF"/>
                </a:highlight>
                <a:latin typeface="Consolas" panose="020B0609020204030204" pitchFamily="49" charset="0"/>
              </a:rPr>
              <a:t> Main(</a:t>
            </a:r>
            <a:r>
              <a:rPr lang="en-US" sz="2000" dirty="0">
                <a:solidFill>
                  <a:srgbClr val="0000FF"/>
                </a:solidFill>
                <a:highlight>
                  <a:srgbClr val="FFFFFF"/>
                </a:highlight>
                <a:latin typeface="Consolas" panose="020B0609020204030204" pitchFamily="49" charset="0"/>
              </a:rPr>
              <a:t>string</a:t>
            </a:r>
            <a:r>
              <a:rPr lang="en-US" sz="2000" dirty="0">
                <a:solidFill>
                  <a:srgbClr val="000000"/>
                </a:solidFill>
                <a:highlight>
                  <a:srgbClr val="FFFFFF"/>
                </a:highlight>
                <a:latin typeface="Consolas" panose="020B0609020204030204" pitchFamily="49" charset="0"/>
              </a:rPr>
              <a:t>[] </a:t>
            </a:r>
            <a:r>
              <a:rPr lang="en-US" sz="2000" dirty="0" err="1">
                <a:solidFill>
                  <a:srgbClr val="000000"/>
                </a:solidFill>
                <a:highlight>
                  <a:srgbClr val="FFFFFF"/>
                </a:highlight>
                <a:latin typeface="Consolas" panose="020B0609020204030204" pitchFamily="49" charset="0"/>
              </a:rPr>
              <a:t>args</a:t>
            </a:r>
            <a:r>
              <a:rPr lang="en-US" sz="2000" dirty="0">
                <a:solidFill>
                  <a:srgbClr val="000000"/>
                </a:solidFill>
                <a:highlight>
                  <a:srgbClr val="FFFFFF"/>
                </a:highlight>
                <a:latin typeface="Consolas" panose="020B0609020204030204" pitchFamily="49" charset="0"/>
              </a:rPr>
              <a:t>)</a:t>
            </a:r>
          </a:p>
          <a:p>
            <a:r>
              <a:rPr lang="en-US" sz="2000" dirty="0">
                <a:solidFill>
                  <a:srgbClr val="000000"/>
                </a:solidFill>
                <a:highlight>
                  <a:srgbClr val="FFFFFF"/>
                </a:highlight>
                <a:latin typeface="Consolas" panose="020B0609020204030204" pitchFamily="49" charset="0"/>
              </a:rPr>
              <a:t>        {</a:t>
            </a:r>
          </a:p>
          <a:p>
            <a:r>
              <a:rPr lang="en-US" sz="2000" dirty="0">
                <a:solidFill>
                  <a:srgbClr val="000000"/>
                </a:solidFill>
                <a:highlight>
                  <a:srgbClr val="FFFFFF"/>
                </a:highlight>
                <a:latin typeface="Consolas" panose="020B0609020204030204" pitchFamily="49" charset="0"/>
              </a:rPr>
              <a:t>        }</a:t>
            </a:r>
          </a:p>
          <a:p>
            <a:r>
              <a:rPr lang="en-US" sz="2000" dirty="0">
                <a:solidFill>
                  <a:srgbClr val="000000"/>
                </a:solidFill>
                <a:highlight>
                  <a:srgbClr val="FFFFFF"/>
                </a:highlight>
                <a:latin typeface="Consolas" panose="020B0609020204030204" pitchFamily="49" charset="0"/>
              </a:rPr>
              <a:t>    }</a:t>
            </a:r>
          </a:p>
          <a:p>
            <a:r>
              <a:rPr lang="en-US" sz="2000" dirty="0">
                <a:solidFill>
                  <a:srgbClr val="000000"/>
                </a:solidFill>
                <a:highlight>
                  <a:srgbClr val="FFFFFF"/>
                </a:highlight>
                <a:latin typeface="Consolas" panose="020B0609020204030204" pitchFamily="49" charset="0"/>
              </a:rPr>
              <a:t>}</a:t>
            </a:r>
            <a:endParaRPr lang="en-US" sz="2000" dirty="0"/>
          </a:p>
        </p:txBody>
      </p:sp>
      <p:sp>
        <p:nvSpPr>
          <p:cNvPr id="6" name="Rectangle 5"/>
          <p:cNvSpPr/>
          <p:nvPr/>
        </p:nvSpPr>
        <p:spPr>
          <a:xfrm>
            <a:off x="1703671" y="2873756"/>
            <a:ext cx="8884118" cy="2862322"/>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en-US" sz="2000" dirty="0">
                <a:solidFill>
                  <a:srgbClr val="0000FF"/>
                </a:solidFill>
                <a:highlight>
                  <a:srgbClr val="FFFFFF"/>
                </a:highlight>
                <a:latin typeface="Consolas" panose="020B0609020204030204" pitchFamily="49" charset="0"/>
              </a:rPr>
              <a:t>namespace</a:t>
            </a:r>
            <a:r>
              <a:rPr lang="en-US" sz="2000" dirty="0">
                <a:solidFill>
                  <a:srgbClr val="000000"/>
                </a:solidFill>
                <a:highlight>
                  <a:srgbClr val="FFFFFF"/>
                </a:highlight>
                <a:latin typeface="Consolas" panose="020B0609020204030204" pitchFamily="49" charset="0"/>
              </a:rPr>
              <a:t> </a:t>
            </a:r>
            <a:r>
              <a:rPr lang="en-US" sz="2000" dirty="0" err="1">
                <a:solidFill>
                  <a:srgbClr val="000000"/>
                </a:solidFill>
                <a:highlight>
                  <a:srgbClr val="FFFFFF"/>
                </a:highlight>
                <a:latin typeface="Consolas" panose="020B0609020204030204" pitchFamily="49" charset="0"/>
              </a:rPr>
              <a:t>MyNameSpace.MyOtherNamespace</a:t>
            </a:r>
            <a:endParaRPr lang="en-US" sz="2000" dirty="0">
              <a:solidFill>
                <a:srgbClr val="000000"/>
              </a:solidFill>
              <a:highlight>
                <a:srgbClr val="FFFFFF"/>
              </a:highlight>
              <a:latin typeface="Consolas" panose="020B0609020204030204" pitchFamily="49" charset="0"/>
            </a:endParaRPr>
          </a:p>
          <a:p>
            <a:r>
              <a:rPr lang="en-US" sz="2000" dirty="0">
                <a:solidFill>
                  <a:srgbClr val="000000"/>
                </a:solidFill>
                <a:highlight>
                  <a:srgbClr val="FFFFFF"/>
                </a:highlight>
                <a:latin typeface="Consolas" panose="020B0609020204030204" pitchFamily="49" charset="0"/>
              </a:rPr>
              <a:t>{</a:t>
            </a:r>
          </a:p>
          <a:p>
            <a:r>
              <a:rPr lang="en-US" sz="2000" dirty="0">
                <a:solidFill>
                  <a:srgbClr val="000000"/>
                </a:solidFill>
                <a:highlight>
                  <a:srgbClr val="FFFFFF"/>
                </a:highlight>
                <a:latin typeface="Consolas" panose="020B0609020204030204" pitchFamily="49" charset="0"/>
              </a:rPr>
              <a:t>    </a:t>
            </a:r>
            <a:r>
              <a:rPr lang="en-US" sz="2000" dirty="0">
                <a:solidFill>
                  <a:srgbClr val="0000FF"/>
                </a:solidFill>
                <a:highlight>
                  <a:srgbClr val="FFFFFF"/>
                </a:highlight>
                <a:latin typeface="Consolas" panose="020B0609020204030204" pitchFamily="49" charset="0"/>
              </a:rPr>
              <a:t>class</a:t>
            </a:r>
            <a:r>
              <a:rPr lang="en-US" sz="2000" dirty="0">
                <a:solidFill>
                  <a:srgbClr val="000000"/>
                </a:solidFill>
                <a:highlight>
                  <a:srgbClr val="FFFFFF"/>
                </a:highlight>
                <a:latin typeface="Consolas" panose="020B0609020204030204" pitchFamily="49" charset="0"/>
              </a:rPr>
              <a:t> </a:t>
            </a:r>
            <a:r>
              <a:rPr lang="en-US" sz="2000" dirty="0" err="1">
                <a:solidFill>
                  <a:srgbClr val="2B91AF"/>
                </a:solidFill>
                <a:highlight>
                  <a:srgbClr val="FFFFFF"/>
                </a:highlight>
                <a:latin typeface="Consolas" panose="020B0609020204030204" pitchFamily="49" charset="0"/>
              </a:rPr>
              <a:t>MyClassName</a:t>
            </a:r>
            <a:endParaRPr lang="en-US" sz="2000" dirty="0">
              <a:solidFill>
                <a:srgbClr val="000000"/>
              </a:solidFill>
              <a:highlight>
                <a:srgbClr val="FFFFFF"/>
              </a:highlight>
              <a:latin typeface="Consolas" panose="020B0609020204030204" pitchFamily="49" charset="0"/>
            </a:endParaRPr>
          </a:p>
          <a:p>
            <a:r>
              <a:rPr lang="en-US" sz="2000" dirty="0">
                <a:solidFill>
                  <a:srgbClr val="000000"/>
                </a:solidFill>
                <a:highlight>
                  <a:srgbClr val="FFFFFF"/>
                </a:highlight>
                <a:latin typeface="Consolas" panose="020B0609020204030204" pitchFamily="49" charset="0"/>
              </a:rPr>
              <a:t>    {</a:t>
            </a:r>
          </a:p>
          <a:p>
            <a:r>
              <a:rPr lang="en-US" sz="2000" dirty="0">
                <a:solidFill>
                  <a:srgbClr val="000000"/>
                </a:solidFill>
                <a:highlight>
                  <a:srgbClr val="FFFFFF"/>
                </a:highlight>
                <a:latin typeface="Consolas" panose="020B0609020204030204" pitchFamily="49" charset="0"/>
              </a:rPr>
              <a:t>        </a:t>
            </a:r>
            <a:r>
              <a:rPr lang="en-US" sz="2000" dirty="0">
                <a:solidFill>
                  <a:srgbClr val="0000FF"/>
                </a:solidFill>
                <a:highlight>
                  <a:srgbClr val="FFFFFF"/>
                </a:highlight>
                <a:latin typeface="Consolas" panose="020B0609020204030204" pitchFamily="49" charset="0"/>
              </a:rPr>
              <a:t>static</a:t>
            </a:r>
            <a:r>
              <a:rPr lang="en-US" sz="2000" dirty="0">
                <a:solidFill>
                  <a:srgbClr val="000000"/>
                </a:solidFill>
                <a:highlight>
                  <a:srgbClr val="FFFFFF"/>
                </a:highlight>
                <a:latin typeface="Consolas" panose="020B0609020204030204" pitchFamily="49" charset="0"/>
              </a:rPr>
              <a:t> </a:t>
            </a:r>
            <a:r>
              <a:rPr lang="en-US" sz="2000" dirty="0">
                <a:solidFill>
                  <a:srgbClr val="0000FF"/>
                </a:solidFill>
                <a:highlight>
                  <a:srgbClr val="FFFFFF"/>
                </a:highlight>
                <a:latin typeface="Consolas" panose="020B0609020204030204" pitchFamily="49" charset="0"/>
              </a:rPr>
              <a:t>void</a:t>
            </a:r>
            <a:r>
              <a:rPr lang="en-US" sz="2000" dirty="0">
                <a:solidFill>
                  <a:srgbClr val="000000"/>
                </a:solidFill>
                <a:highlight>
                  <a:srgbClr val="FFFFFF"/>
                </a:highlight>
                <a:latin typeface="Consolas" panose="020B0609020204030204" pitchFamily="49" charset="0"/>
              </a:rPr>
              <a:t> Main(</a:t>
            </a:r>
            <a:r>
              <a:rPr lang="en-US" sz="2000" dirty="0">
                <a:solidFill>
                  <a:srgbClr val="0000FF"/>
                </a:solidFill>
                <a:highlight>
                  <a:srgbClr val="FFFFFF"/>
                </a:highlight>
                <a:latin typeface="Consolas" panose="020B0609020204030204" pitchFamily="49" charset="0"/>
              </a:rPr>
              <a:t>string</a:t>
            </a:r>
            <a:r>
              <a:rPr lang="en-US" sz="2000" dirty="0">
                <a:solidFill>
                  <a:srgbClr val="000000"/>
                </a:solidFill>
                <a:highlight>
                  <a:srgbClr val="FFFFFF"/>
                </a:highlight>
                <a:latin typeface="Consolas" panose="020B0609020204030204" pitchFamily="49" charset="0"/>
              </a:rPr>
              <a:t>[] </a:t>
            </a:r>
            <a:r>
              <a:rPr lang="en-US" sz="2000" dirty="0" err="1">
                <a:solidFill>
                  <a:srgbClr val="000000"/>
                </a:solidFill>
                <a:highlight>
                  <a:srgbClr val="FFFFFF"/>
                </a:highlight>
                <a:latin typeface="Consolas" panose="020B0609020204030204" pitchFamily="49" charset="0"/>
              </a:rPr>
              <a:t>args</a:t>
            </a:r>
            <a:r>
              <a:rPr lang="en-US" sz="2000" dirty="0">
                <a:solidFill>
                  <a:srgbClr val="000000"/>
                </a:solidFill>
                <a:highlight>
                  <a:srgbClr val="FFFFFF"/>
                </a:highlight>
                <a:latin typeface="Consolas" panose="020B0609020204030204" pitchFamily="49" charset="0"/>
              </a:rPr>
              <a:t>)</a:t>
            </a:r>
          </a:p>
          <a:p>
            <a:r>
              <a:rPr lang="en-US" sz="2000" dirty="0">
                <a:solidFill>
                  <a:srgbClr val="000000"/>
                </a:solidFill>
                <a:highlight>
                  <a:srgbClr val="FFFFFF"/>
                </a:highlight>
                <a:latin typeface="Consolas" panose="020B0609020204030204" pitchFamily="49" charset="0"/>
              </a:rPr>
              <a:t>        {</a:t>
            </a:r>
          </a:p>
          <a:p>
            <a:r>
              <a:rPr lang="en-US" sz="2000" dirty="0">
                <a:solidFill>
                  <a:srgbClr val="000000"/>
                </a:solidFill>
                <a:highlight>
                  <a:srgbClr val="FFFFFF"/>
                </a:highlight>
                <a:latin typeface="Consolas" panose="020B0609020204030204" pitchFamily="49" charset="0"/>
              </a:rPr>
              <a:t>        }</a:t>
            </a:r>
          </a:p>
          <a:p>
            <a:r>
              <a:rPr lang="en-US" sz="2000" dirty="0">
                <a:solidFill>
                  <a:srgbClr val="000000"/>
                </a:solidFill>
                <a:highlight>
                  <a:srgbClr val="FFFFFF"/>
                </a:highlight>
                <a:latin typeface="Consolas" panose="020B0609020204030204" pitchFamily="49" charset="0"/>
              </a:rPr>
              <a:t>    }</a:t>
            </a:r>
          </a:p>
          <a:p>
            <a:r>
              <a:rPr lang="en-US" sz="2000" dirty="0">
                <a:solidFill>
                  <a:srgbClr val="000000"/>
                </a:solidFill>
                <a:highlight>
                  <a:srgbClr val="FFFFFF"/>
                </a:highlight>
                <a:latin typeface="Consolas" panose="020B0609020204030204" pitchFamily="49" charset="0"/>
              </a:rPr>
              <a:t>}</a:t>
            </a:r>
            <a:endParaRPr lang="en-US" sz="2000" dirty="0"/>
          </a:p>
        </p:txBody>
      </p:sp>
      <p:sp>
        <p:nvSpPr>
          <p:cNvPr id="5" name="Rectangle 4"/>
          <p:cNvSpPr/>
          <p:nvPr/>
        </p:nvSpPr>
        <p:spPr>
          <a:xfrm>
            <a:off x="1703671" y="2873756"/>
            <a:ext cx="8884118" cy="2862322"/>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en-US" sz="2000" dirty="0">
                <a:solidFill>
                  <a:srgbClr val="0000FF"/>
                </a:solidFill>
                <a:highlight>
                  <a:srgbClr val="FFFFFF"/>
                </a:highlight>
                <a:latin typeface="Consolas" panose="020B0609020204030204" pitchFamily="49" charset="0"/>
              </a:rPr>
              <a:t>namespace</a:t>
            </a:r>
            <a:r>
              <a:rPr lang="en-US" sz="2000" dirty="0">
                <a:solidFill>
                  <a:srgbClr val="000000"/>
                </a:solidFill>
                <a:highlight>
                  <a:srgbClr val="FFFFFF"/>
                </a:highlight>
                <a:latin typeface="Consolas" panose="020B0609020204030204" pitchFamily="49" charset="0"/>
              </a:rPr>
              <a:t> </a:t>
            </a:r>
            <a:r>
              <a:rPr lang="en-US" sz="2000" dirty="0" err="1">
                <a:solidFill>
                  <a:srgbClr val="000000"/>
                </a:solidFill>
                <a:highlight>
                  <a:srgbClr val="FFFFFF"/>
                </a:highlight>
                <a:latin typeface="Consolas" panose="020B0609020204030204" pitchFamily="49" charset="0"/>
              </a:rPr>
              <a:t>MyNameSpace.MyOtherNamespace.AndYetAnotherNamespace</a:t>
            </a:r>
            <a:endParaRPr lang="en-US" sz="2000" dirty="0">
              <a:solidFill>
                <a:srgbClr val="000000"/>
              </a:solidFill>
              <a:highlight>
                <a:srgbClr val="FFFFFF"/>
              </a:highlight>
              <a:latin typeface="Consolas" panose="020B0609020204030204" pitchFamily="49" charset="0"/>
            </a:endParaRPr>
          </a:p>
          <a:p>
            <a:r>
              <a:rPr lang="en-US" sz="2000" dirty="0">
                <a:solidFill>
                  <a:srgbClr val="000000"/>
                </a:solidFill>
                <a:highlight>
                  <a:srgbClr val="FFFFFF"/>
                </a:highlight>
                <a:latin typeface="Consolas" panose="020B0609020204030204" pitchFamily="49" charset="0"/>
              </a:rPr>
              <a:t>{</a:t>
            </a:r>
          </a:p>
          <a:p>
            <a:r>
              <a:rPr lang="en-US" sz="2000" dirty="0">
                <a:solidFill>
                  <a:srgbClr val="000000"/>
                </a:solidFill>
                <a:highlight>
                  <a:srgbClr val="FFFFFF"/>
                </a:highlight>
                <a:latin typeface="Consolas" panose="020B0609020204030204" pitchFamily="49" charset="0"/>
              </a:rPr>
              <a:t>    </a:t>
            </a:r>
            <a:r>
              <a:rPr lang="en-US" sz="2000" dirty="0">
                <a:solidFill>
                  <a:srgbClr val="0000FF"/>
                </a:solidFill>
                <a:highlight>
                  <a:srgbClr val="FFFFFF"/>
                </a:highlight>
                <a:latin typeface="Consolas" panose="020B0609020204030204" pitchFamily="49" charset="0"/>
              </a:rPr>
              <a:t>class</a:t>
            </a:r>
            <a:r>
              <a:rPr lang="en-US" sz="2000" dirty="0">
                <a:solidFill>
                  <a:srgbClr val="000000"/>
                </a:solidFill>
                <a:highlight>
                  <a:srgbClr val="FFFFFF"/>
                </a:highlight>
                <a:latin typeface="Consolas" panose="020B0609020204030204" pitchFamily="49" charset="0"/>
              </a:rPr>
              <a:t> </a:t>
            </a:r>
            <a:r>
              <a:rPr lang="en-US" sz="2000" dirty="0" err="1">
                <a:solidFill>
                  <a:srgbClr val="2B91AF"/>
                </a:solidFill>
                <a:highlight>
                  <a:srgbClr val="FFFFFF"/>
                </a:highlight>
                <a:latin typeface="Consolas" panose="020B0609020204030204" pitchFamily="49" charset="0"/>
              </a:rPr>
              <a:t>MyClassName</a:t>
            </a:r>
            <a:endParaRPr lang="en-US" sz="2000" dirty="0">
              <a:solidFill>
                <a:srgbClr val="000000"/>
              </a:solidFill>
              <a:highlight>
                <a:srgbClr val="FFFFFF"/>
              </a:highlight>
              <a:latin typeface="Consolas" panose="020B0609020204030204" pitchFamily="49" charset="0"/>
            </a:endParaRPr>
          </a:p>
          <a:p>
            <a:r>
              <a:rPr lang="en-US" sz="2000" dirty="0">
                <a:solidFill>
                  <a:srgbClr val="000000"/>
                </a:solidFill>
                <a:highlight>
                  <a:srgbClr val="FFFFFF"/>
                </a:highlight>
                <a:latin typeface="Consolas" panose="020B0609020204030204" pitchFamily="49" charset="0"/>
              </a:rPr>
              <a:t>    {</a:t>
            </a:r>
          </a:p>
          <a:p>
            <a:r>
              <a:rPr lang="en-US" sz="2000" dirty="0">
                <a:solidFill>
                  <a:srgbClr val="000000"/>
                </a:solidFill>
                <a:highlight>
                  <a:srgbClr val="FFFFFF"/>
                </a:highlight>
                <a:latin typeface="Consolas" panose="020B0609020204030204" pitchFamily="49" charset="0"/>
              </a:rPr>
              <a:t>        </a:t>
            </a:r>
            <a:r>
              <a:rPr lang="en-US" sz="2000" dirty="0">
                <a:solidFill>
                  <a:srgbClr val="0000FF"/>
                </a:solidFill>
                <a:highlight>
                  <a:srgbClr val="FFFFFF"/>
                </a:highlight>
                <a:latin typeface="Consolas" panose="020B0609020204030204" pitchFamily="49" charset="0"/>
              </a:rPr>
              <a:t>static</a:t>
            </a:r>
            <a:r>
              <a:rPr lang="en-US" sz="2000" dirty="0">
                <a:solidFill>
                  <a:srgbClr val="000000"/>
                </a:solidFill>
                <a:highlight>
                  <a:srgbClr val="FFFFFF"/>
                </a:highlight>
                <a:latin typeface="Consolas" panose="020B0609020204030204" pitchFamily="49" charset="0"/>
              </a:rPr>
              <a:t> </a:t>
            </a:r>
            <a:r>
              <a:rPr lang="en-US" sz="2000" dirty="0">
                <a:solidFill>
                  <a:srgbClr val="0000FF"/>
                </a:solidFill>
                <a:highlight>
                  <a:srgbClr val="FFFFFF"/>
                </a:highlight>
                <a:latin typeface="Consolas" panose="020B0609020204030204" pitchFamily="49" charset="0"/>
              </a:rPr>
              <a:t>void</a:t>
            </a:r>
            <a:r>
              <a:rPr lang="en-US" sz="2000" dirty="0">
                <a:solidFill>
                  <a:srgbClr val="000000"/>
                </a:solidFill>
                <a:highlight>
                  <a:srgbClr val="FFFFFF"/>
                </a:highlight>
                <a:latin typeface="Consolas" panose="020B0609020204030204" pitchFamily="49" charset="0"/>
              </a:rPr>
              <a:t> Main(</a:t>
            </a:r>
            <a:r>
              <a:rPr lang="en-US" sz="2000" dirty="0">
                <a:solidFill>
                  <a:srgbClr val="0000FF"/>
                </a:solidFill>
                <a:highlight>
                  <a:srgbClr val="FFFFFF"/>
                </a:highlight>
                <a:latin typeface="Consolas" panose="020B0609020204030204" pitchFamily="49" charset="0"/>
              </a:rPr>
              <a:t>string</a:t>
            </a:r>
            <a:r>
              <a:rPr lang="en-US" sz="2000" dirty="0">
                <a:solidFill>
                  <a:srgbClr val="000000"/>
                </a:solidFill>
                <a:highlight>
                  <a:srgbClr val="FFFFFF"/>
                </a:highlight>
                <a:latin typeface="Consolas" panose="020B0609020204030204" pitchFamily="49" charset="0"/>
              </a:rPr>
              <a:t>[] </a:t>
            </a:r>
            <a:r>
              <a:rPr lang="en-US" sz="2000" dirty="0" err="1">
                <a:solidFill>
                  <a:srgbClr val="000000"/>
                </a:solidFill>
                <a:highlight>
                  <a:srgbClr val="FFFFFF"/>
                </a:highlight>
                <a:latin typeface="Consolas" panose="020B0609020204030204" pitchFamily="49" charset="0"/>
              </a:rPr>
              <a:t>args</a:t>
            </a:r>
            <a:r>
              <a:rPr lang="en-US" sz="2000" dirty="0">
                <a:solidFill>
                  <a:srgbClr val="000000"/>
                </a:solidFill>
                <a:highlight>
                  <a:srgbClr val="FFFFFF"/>
                </a:highlight>
                <a:latin typeface="Consolas" panose="020B0609020204030204" pitchFamily="49" charset="0"/>
              </a:rPr>
              <a:t>)</a:t>
            </a:r>
          </a:p>
          <a:p>
            <a:r>
              <a:rPr lang="en-US" sz="2000" dirty="0">
                <a:solidFill>
                  <a:srgbClr val="000000"/>
                </a:solidFill>
                <a:highlight>
                  <a:srgbClr val="FFFFFF"/>
                </a:highlight>
                <a:latin typeface="Consolas" panose="020B0609020204030204" pitchFamily="49" charset="0"/>
              </a:rPr>
              <a:t>        {</a:t>
            </a:r>
          </a:p>
          <a:p>
            <a:r>
              <a:rPr lang="en-US" sz="2000" dirty="0">
                <a:solidFill>
                  <a:srgbClr val="000000"/>
                </a:solidFill>
                <a:highlight>
                  <a:srgbClr val="FFFFFF"/>
                </a:highlight>
                <a:latin typeface="Consolas" panose="020B0609020204030204" pitchFamily="49" charset="0"/>
              </a:rPr>
              <a:t>        }</a:t>
            </a:r>
          </a:p>
          <a:p>
            <a:r>
              <a:rPr lang="en-US" sz="2000" dirty="0">
                <a:solidFill>
                  <a:srgbClr val="000000"/>
                </a:solidFill>
                <a:highlight>
                  <a:srgbClr val="FFFFFF"/>
                </a:highlight>
                <a:latin typeface="Consolas" panose="020B0609020204030204" pitchFamily="49" charset="0"/>
              </a:rPr>
              <a:t>    }</a:t>
            </a:r>
          </a:p>
          <a:p>
            <a:r>
              <a:rPr lang="en-US" sz="2000" dirty="0">
                <a:solidFill>
                  <a:srgbClr val="000000"/>
                </a:solidFill>
                <a:highlight>
                  <a:srgbClr val="FFFFFF"/>
                </a:highlight>
                <a:latin typeface="Consolas" panose="020B0609020204030204" pitchFamily="49" charset="0"/>
              </a:rPr>
              <a:t>}</a:t>
            </a:r>
            <a:endParaRPr lang="en-US" sz="2000" dirty="0"/>
          </a:p>
        </p:txBody>
      </p:sp>
      <p:sp>
        <p:nvSpPr>
          <p:cNvPr id="8" name="Oval Callout 7"/>
          <p:cNvSpPr/>
          <p:nvPr/>
        </p:nvSpPr>
        <p:spPr>
          <a:xfrm>
            <a:off x="8807091" y="3383949"/>
            <a:ext cx="2278003" cy="1060006"/>
          </a:xfrm>
          <a:prstGeom prst="wedgeEllipseCallout">
            <a:avLst>
              <a:gd name="adj1" fmla="val -63747"/>
              <a:gd name="adj2" fmla="val -59350"/>
            </a:avLst>
          </a:prstGeom>
        </p:spPr>
        <p:style>
          <a:lnRef idx="1">
            <a:schemeClr val="accent3"/>
          </a:lnRef>
          <a:fillRef idx="3">
            <a:schemeClr val="accent3"/>
          </a:fillRef>
          <a:effectRef idx="2">
            <a:schemeClr val="accent3"/>
          </a:effectRef>
          <a:fontRef idx="minor">
            <a:schemeClr val="lt1"/>
          </a:fontRef>
        </p:style>
        <p:txBody>
          <a:bodyPr rtlCol="0" anchor="ctr"/>
          <a:lstStyle/>
          <a:p>
            <a:pPr algn="ctr"/>
            <a:r>
              <a:rPr lang="en-US" sz="2000" dirty="0"/>
              <a:t>Can nest them as far as you want.</a:t>
            </a:r>
          </a:p>
        </p:txBody>
      </p:sp>
      <p:sp>
        <p:nvSpPr>
          <p:cNvPr id="10" name="Flowchart: Process 9"/>
          <p:cNvSpPr/>
          <p:nvPr/>
        </p:nvSpPr>
        <p:spPr>
          <a:xfrm>
            <a:off x="2673633" y="5851745"/>
            <a:ext cx="6844733" cy="509588"/>
          </a:xfrm>
          <a:prstGeom prst="flowChartProcess">
            <a:avLst/>
          </a:prstGeom>
        </p:spPr>
        <p:style>
          <a:lnRef idx="0">
            <a:schemeClr val="dk1"/>
          </a:lnRef>
          <a:fillRef idx="3">
            <a:schemeClr val="dk1"/>
          </a:fillRef>
          <a:effectRef idx="3">
            <a:schemeClr val="dk1"/>
          </a:effectRef>
          <a:fontRef idx="minor">
            <a:schemeClr val="lt1"/>
          </a:fontRef>
        </p:style>
        <p:txBody>
          <a:bodyPr rtlCol="0" anchor="ctr"/>
          <a:lstStyle/>
          <a:p>
            <a:pPr algn="ctr"/>
            <a:r>
              <a:rPr lang="en-US" sz="1500" dirty="0"/>
              <a:t>Microsoft recommends at least two: </a:t>
            </a:r>
            <a:r>
              <a:rPr lang="en-US" sz="1500" dirty="0" err="1"/>
              <a:t>CompanyName.SoftwarePackageName</a:t>
            </a:r>
            <a:endParaRPr lang="en-US" sz="1500" dirty="0"/>
          </a:p>
        </p:txBody>
      </p:sp>
    </p:spTree>
    <p:extLst>
      <p:ext uri="{BB962C8B-B14F-4D97-AF65-F5344CB8AC3E}">
        <p14:creationId xmlns:p14="http://schemas.microsoft.com/office/powerpoint/2010/main" val="25836088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left)">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500"/>
                                        <p:tgtEl>
                                          <p:spTgt spid="8"/>
                                        </p:tgtEl>
                                      </p:cBhvr>
                                    </p:animEffect>
                                  </p:childTnLst>
                                </p:cTn>
                              </p:par>
                            </p:childTnLst>
                          </p:cTn>
                        </p:par>
                      </p:childTnLst>
                    </p:cTn>
                  </p:par>
                  <p:par>
                    <p:cTn id="18" fill="hold">
                      <p:stCondLst>
                        <p:cond delay="indefinite"/>
                      </p:stCondLst>
                      <p:childTnLst>
                        <p:par>
                          <p:cTn id="19" fill="hold">
                            <p:stCondLst>
                              <p:cond delay="0"/>
                            </p:stCondLst>
                            <p:childTnLst>
                              <p:par>
                                <p:cTn id="20" presetID="42" presetClass="entr" presetSubtype="0" fill="hold" grpId="0" nodeType="click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fade">
                                      <p:cBhvr>
                                        <p:cTn id="22" dur="1000"/>
                                        <p:tgtEl>
                                          <p:spTgt spid="10"/>
                                        </p:tgtEl>
                                      </p:cBhvr>
                                    </p:animEffect>
                                    <p:anim calcmode="lin" valueType="num">
                                      <p:cBhvr>
                                        <p:cTn id="23" dur="1000" fill="hold"/>
                                        <p:tgtEl>
                                          <p:spTgt spid="10"/>
                                        </p:tgtEl>
                                        <p:attrNameLst>
                                          <p:attrName>ppt_x</p:attrName>
                                        </p:attrNameLst>
                                      </p:cBhvr>
                                      <p:tavLst>
                                        <p:tav tm="0">
                                          <p:val>
                                            <p:strVal val="#ppt_x"/>
                                          </p:val>
                                        </p:tav>
                                        <p:tav tm="100000">
                                          <p:val>
                                            <p:strVal val="#ppt_x"/>
                                          </p:val>
                                        </p:tav>
                                      </p:tavLst>
                                    </p:anim>
                                    <p:anim calcmode="lin" valueType="num">
                                      <p:cBhvr>
                                        <p:cTn id="24"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5" grpId="0" animBg="1"/>
      <p:bldP spid="8" grpId="0" animBg="1"/>
      <p:bldP spid="10"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Summary</a:t>
            </a:r>
          </a:p>
        </p:txBody>
      </p:sp>
      <p:sp>
        <p:nvSpPr>
          <p:cNvPr id="3" name="Content Placeholder 2"/>
          <p:cNvSpPr>
            <a:spLocks noGrp="1"/>
          </p:cNvSpPr>
          <p:nvPr>
            <p:ph idx="1"/>
          </p:nvPr>
        </p:nvSpPr>
        <p:spPr/>
        <p:txBody>
          <a:bodyPr>
            <a:normAutofit/>
          </a:bodyPr>
          <a:lstStyle/>
          <a:p>
            <a:r>
              <a:rPr lang="en-US" dirty="0"/>
              <a:t>Intro and Syllabus</a:t>
            </a:r>
          </a:p>
          <a:p>
            <a:r>
              <a:rPr lang="en-US" dirty="0"/>
              <a:t>What is .NET?</a:t>
            </a:r>
          </a:p>
          <a:p>
            <a:r>
              <a:rPr lang="en-US" dirty="0"/>
              <a:t>Assemblies</a:t>
            </a:r>
          </a:p>
          <a:p>
            <a:r>
              <a:rPr lang="en-US" dirty="0"/>
              <a:t>Parallel Programming</a:t>
            </a:r>
          </a:p>
          <a:p>
            <a:r>
              <a:rPr lang="en-US" dirty="0"/>
              <a:t>NET Framework Classes</a:t>
            </a:r>
          </a:p>
          <a:p>
            <a:r>
              <a:rPr lang="en-US" dirty="0"/>
              <a:t>Namespaces</a:t>
            </a:r>
          </a:p>
          <a:p>
            <a:r>
              <a:rPr lang="en-US" dirty="0"/>
              <a:t>Creating .NET Applications using C#</a:t>
            </a:r>
          </a:p>
          <a:p>
            <a:r>
              <a:rPr lang="en-US" dirty="0"/>
              <a:t>Role of C# in .NET Enterprise Architecture</a:t>
            </a:r>
          </a:p>
        </p:txBody>
      </p:sp>
    </p:spTree>
    <p:extLst>
      <p:ext uri="{BB962C8B-B14F-4D97-AF65-F5344CB8AC3E}">
        <p14:creationId xmlns:p14="http://schemas.microsoft.com/office/powerpoint/2010/main" val="812790455"/>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DVSHAPEID" val="zpzVjXQSP3txl9tStYhIbG"/>
</p:tagLst>
</file>

<file path=ppt/tags/tag2.xml><?xml version="1.0" encoding="utf-8"?>
<p:tagLst xmlns:a="http://schemas.openxmlformats.org/drawingml/2006/main" xmlns:r="http://schemas.openxmlformats.org/officeDocument/2006/relationships" xmlns:p="http://schemas.openxmlformats.org/presentationml/2006/main">
  <p:tag name="DVSHAPEID" val="xR9RHz8homAIDNvLlc10pT"/>
</p:tagLst>
</file>

<file path=ppt/theme/_rels/theme2.xml.rels><?xml version="1.0" encoding="UTF-8" standalone="yes"?>
<Relationships xmlns="http://schemas.openxmlformats.org/package/2006/relationships"><Relationship Id="rId1" Type="http://schemas.openxmlformats.org/officeDocument/2006/relationships/image" Target="../media/image3.jpeg"/></Relationships>
</file>

<file path=ppt/theme/theme1.xml><?xml version="1.0" encoding="utf-8"?>
<a:theme xmlns:a="http://schemas.openxmlformats.org/drawingml/2006/main" name="1_GenericTheme">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Black"/>
        <a:ea typeface=""/>
        <a:cs typeface=""/>
      </a:majorFont>
      <a:minorFont>
        <a:latin typeface="Arial Unicode M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normAutofit fontScale="47500" lnSpcReduction="20000"/>
      </a:bodyPr>
      <a:lstStyle>
        <a:defPPr algn="ctr">
          <a:defRPr sz="2800" dirty="0" smtClean="0"/>
        </a:defPPr>
      </a:lstStyle>
      <a:style>
        <a:lnRef idx="0">
          <a:schemeClr val="accent2"/>
        </a:lnRef>
        <a:fillRef idx="3">
          <a:schemeClr val="accent2"/>
        </a:fillRef>
        <a:effectRef idx="3">
          <a:schemeClr val="accent2"/>
        </a:effectRef>
        <a:fontRef idx="minor">
          <a:schemeClr val="lt1"/>
        </a:fontRef>
      </a:style>
    </a:spDef>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GenericTheme" id="{05FD65AE-DB87-4839-B04A-C3F3B9C91C6E}" vid="{73340265-D181-4240-AB7E-F31EC520ECCF}"/>
    </a:ext>
  </a:extLst>
</a:theme>
</file>

<file path=ppt/theme/theme2.xml><?xml version="1.0" encoding="utf-8"?>
<a:theme xmlns:a="http://schemas.openxmlformats.org/drawingml/2006/main" name="FibTheme">
  <a:themeElements>
    <a:clrScheme name="Custom 5">
      <a:dk1>
        <a:sysClr val="windowText" lastClr="000000"/>
      </a:dk1>
      <a:lt1>
        <a:sysClr val="window" lastClr="FFFFFF"/>
      </a:lt1>
      <a:dk2>
        <a:srgbClr val="44546A"/>
      </a:dk2>
      <a:lt2>
        <a:srgbClr val="E7E6E6"/>
      </a:lt2>
      <a:accent1>
        <a:srgbClr val="002060"/>
      </a:accent1>
      <a:accent2>
        <a:srgbClr val="8496B0"/>
      </a:accent2>
      <a:accent3>
        <a:srgbClr val="8496B0"/>
      </a:accent3>
      <a:accent4>
        <a:srgbClr val="ADB9CA"/>
      </a:accent4>
      <a:accent5>
        <a:srgbClr val="D6DCE4"/>
      </a:accent5>
      <a:accent6>
        <a:srgbClr val="D6DCE4"/>
      </a:accent6>
      <a:hlink>
        <a:srgbClr val="0070C0"/>
      </a:hlink>
      <a:folHlink>
        <a:srgbClr val="7030A0"/>
      </a:folHlink>
    </a:clrScheme>
    <a:fontScheme name="Office">
      <a:maj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明朝"/>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Adjacency">
      <a:fillStyleLst>
        <a:solidFill>
          <a:schemeClr val="phClr"/>
        </a:solidFill>
        <a:solidFill>
          <a:schemeClr val="phClr">
            <a:tint val="55000"/>
          </a:schemeClr>
        </a:solidFill>
        <a:solidFill>
          <a:schemeClr val="phClr"/>
        </a:soli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outerShdw blurRad="50800" dist="25400" algn="bl" rotWithShape="0">
              <a:srgbClr val="000000">
                <a:alpha val="60000"/>
              </a:srgbClr>
            </a:outerShdw>
          </a:effectLst>
        </a:effectStyle>
        <a:effectStyle>
          <a:effectLst/>
          <a:scene3d>
            <a:camera prst="orthographicFront">
              <a:rot lat="0" lon="0" rev="0"/>
            </a:camera>
            <a:lightRig rig="brightRoom" dir="tl">
              <a:rot lat="0" lon="0" rev="1800000"/>
            </a:lightRig>
          </a:scene3d>
          <a:sp3d contourW="10160" prstMaterial="dkEdge">
            <a:bevelT w="38100" h="50800" prst="angle"/>
            <a:contourClr>
              <a:schemeClr val="phClr">
                <a:shade val="40000"/>
                <a:satMod val="150000"/>
              </a:schemeClr>
            </a:contourClr>
          </a:sp3d>
        </a:effectStyle>
      </a:effectStyleLst>
      <a:bgFillStyleLst>
        <a:solidFill>
          <a:schemeClr val="phClr"/>
        </a:solidFill>
        <a:gradFill rotWithShape="1">
          <a:gsLst>
            <a:gs pos="0">
              <a:schemeClr val="phClr">
                <a:tint val="90000"/>
              </a:schemeClr>
            </a:gs>
            <a:gs pos="75000">
              <a:schemeClr val="phClr">
                <a:shade val="100000"/>
                <a:satMod val="115000"/>
              </a:schemeClr>
            </a:gs>
            <a:gs pos="100000">
              <a:schemeClr val="phClr">
                <a:shade val="70000"/>
                <a:satMod val="130000"/>
              </a:schemeClr>
            </a:gs>
          </a:gsLst>
          <a:path path="circle">
            <a:fillToRect l="20000" t="50000" r="100000" b="50000"/>
          </a:path>
        </a:gradFill>
        <a:blipFill rotWithShape="1">
          <a:blip xmlns:r="http://schemas.openxmlformats.org/officeDocument/2006/relationships" r:embed="rId1">
            <a:duotone>
              <a:schemeClr val="phClr">
                <a:tint val="97000"/>
              </a:schemeClr>
              <a:schemeClr val="phClr">
                <a:shade val="96000"/>
              </a:schemeClr>
            </a:duotone>
          </a:blip>
          <a:tile tx="0" ty="0" sx="32000" sy="32000" flip="none" algn="tl"/>
        </a:blipFill>
      </a:bgFillStyleLst>
    </a:fmtScheme>
  </a:themeElements>
  <a:objectDefaults/>
  <a:extraClrSchemeLst/>
  <a:extLst>
    <a:ext uri="{05A4C25C-085E-4340-85A3-A5531E510DB2}">
      <thm15:themeFamily xmlns:thm15="http://schemas.microsoft.com/office/thememl/2012/main" name="FibTheme" id="{FB228B94-9174-4A84-8B9C-56843C22FF37}" vid="{498E3D67-B2F1-4125-9069-AEB53E6EAC14}"/>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STEMulusTheme</Template>
  <TotalTime>1088</TotalTime>
  <Words>1735</Words>
  <Application>Microsoft Office PowerPoint</Application>
  <PresentationFormat>Widescreen</PresentationFormat>
  <Paragraphs>271</Paragraphs>
  <Slides>36</Slides>
  <Notes>28</Notes>
  <HiddenSlides>0</HiddenSlides>
  <MMClips>0</MMClips>
  <ScaleCrop>false</ScaleCrop>
  <HeadingPairs>
    <vt:vector size="6" baseType="variant">
      <vt:variant>
        <vt:lpstr>Fonts Used</vt:lpstr>
      </vt:variant>
      <vt:variant>
        <vt:i4>10</vt:i4>
      </vt:variant>
      <vt:variant>
        <vt:lpstr>Theme</vt:lpstr>
      </vt:variant>
      <vt:variant>
        <vt:i4>2</vt:i4>
      </vt:variant>
      <vt:variant>
        <vt:lpstr>Slide Titles</vt:lpstr>
      </vt:variant>
      <vt:variant>
        <vt:i4>36</vt:i4>
      </vt:variant>
    </vt:vector>
  </HeadingPairs>
  <TitlesOfParts>
    <vt:vector size="48" baseType="lpstr">
      <vt:lpstr>Arial Unicode MS</vt:lpstr>
      <vt:lpstr>Arial</vt:lpstr>
      <vt:lpstr>Arial Black</vt:lpstr>
      <vt:lpstr>Arial Narrow</vt:lpstr>
      <vt:lpstr>Calibri</vt:lpstr>
      <vt:lpstr>Cambria</vt:lpstr>
      <vt:lpstr>Consolas</vt:lpstr>
      <vt:lpstr>Edwardian Script ITC</vt:lpstr>
      <vt:lpstr>Webdings</vt:lpstr>
      <vt:lpstr>Wingdings</vt:lpstr>
      <vt:lpstr>1_GenericTheme</vt:lpstr>
      <vt:lpstr>FibTheme</vt:lpstr>
      <vt:lpstr>.NET</vt:lpstr>
      <vt:lpstr>Overview</vt:lpstr>
      <vt:lpstr>Review syllabus</vt:lpstr>
      <vt:lpstr>What is .NET</vt:lpstr>
      <vt:lpstr>Relationship of C# to .NET</vt:lpstr>
      <vt:lpstr>Relationship of C# to .NET</vt:lpstr>
      <vt:lpstr>Common Language Runtime (CLR)</vt:lpstr>
      <vt:lpstr>Common Language Runtime (CLR)</vt:lpstr>
      <vt:lpstr>Microsoft Intermediate Language</vt:lpstr>
      <vt:lpstr>Intermediate Language (IL)</vt:lpstr>
      <vt:lpstr>Platform Independence</vt:lpstr>
      <vt:lpstr>Performance Improvement</vt:lpstr>
      <vt:lpstr>PowerPoint Presentation</vt:lpstr>
      <vt:lpstr>PowerPoint Presentation</vt:lpstr>
      <vt:lpstr>PowerPoint Presentation</vt:lpstr>
      <vt:lpstr>Language Interoperability</vt:lpstr>
      <vt:lpstr>Intermediate Language Features</vt:lpstr>
      <vt:lpstr>Support for Object Orientation and Interfaces</vt:lpstr>
      <vt:lpstr>“True” Language Interoperability</vt:lpstr>
      <vt:lpstr>Distinct Value and Reference Types</vt:lpstr>
      <vt:lpstr>Strong Data Typing</vt:lpstr>
      <vt:lpstr>Advantages of Type Safety</vt:lpstr>
      <vt:lpstr>Strong Data Typing and Interoperability</vt:lpstr>
      <vt:lpstr>Common Type System</vt:lpstr>
      <vt:lpstr>Common Language Specification (CLS)</vt:lpstr>
      <vt:lpstr>Garbage Collection</vt:lpstr>
      <vt:lpstr>PowerPoint Presentation</vt:lpstr>
      <vt:lpstr>PowerPoint Presentation</vt:lpstr>
      <vt:lpstr>PowerPoint Presentation</vt:lpstr>
      <vt:lpstr>PowerPoint Presentation</vt:lpstr>
      <vt:lpstr>Assemblies</vt:lpstr>
      <vt:lpstr>Assemblies</vt:lpstr>
      <vt:lpstr>PowerPoint Presentation</vt:lpstr>
      <vt:lpstr>Namespaces </vt:lpstr>
      <vt:lpstr>Namespaces</vt:lpstr>
      <vt:lpstr>Summary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account</dc:creator>
  <cp:lastModifiedBy>Robert Garner</cp:lastModifiedBy>
  <cp:revision>63</cp:revision>
  <dcterms:created xsi:type="dcterms:W3CDTF">2015-04-27T15:21:57Z</dcterms:created>
  <dcterms:modified xsi:type="dcterms:W3CDTF">2016-12-28T15:12:02Z</dcterms:modified>
</cp:coreProperties>
</file>
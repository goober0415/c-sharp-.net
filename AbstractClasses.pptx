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tags/tag3.xml" ContentType="application/vnd.openxmlformats-officedocument.presentationml.tags+xml"/>
  <Override PartName="/ppt/tags/tag4.xml" ContentType="application/vnd.openxmlformats-officedocument.presentationml.tags+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3.xml" ContentType="application/vnd.openxmlformats-officedocument.theme+xml"/>
  <Override PartName="/ppt/tags/tag5.xml" ContentType="application/vnd.openxmlformats-officedocument.presentationml.tags+xml"/>
  <Override PartName="/ppt/tags/tag6.xml" ContentType="application/vnd.openxmlformats-officedocument.presentationml.tags+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6" r:id="rId2"/>
    <p:sldMasterId id="2147483693" r:id="rId3"/>
    <p:sldMasterId id="2147483711" r:id="rId4"/>
  </p:sldMasterIdLst>
  <p:notesMasterIdLst>
    <p:notesMasterId r:id="rId24"/>
  </p:notesMasterIdLst>
  <p:sldIdLst>
    <p:sldId id="256" r:id="rId5"/>
    <p:sldId id="257" r:id="rId6"/>
    <p:sldId id="316" r:id="rId7"/>
    <p:sldId id="282" r:id="rId8"/>
    <p:sldId id="318" r:id="rId9"/>
    <p:sldId id="285" r:id="rId10"/>
    <p:sldId id="287" r:id="rId11"/>
    <p:sldId id="303" r:id="rId12"/>
    <p:sldId id="304" r:id="rId13"/>
    <p:sldId id="284" r:id="rId14"/>
    <p:sldId id="260" r:id="rId15"/>
    <p:sldId id="289" r:id="rId16"/>
    <p:sldId id="290" r:id="rId17"/>
    <p:sldId id="291" r:id="rId18"/>
    <p:sldId id="319" r:id="rId19"/>
    <p:sldId id="320" r:id="rId20"/>
    <p:sldId id="321" r:id="rId21"/>
    <p:sldId id="317" r:id="rId22"/>
    <p:sldId id="262"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47C28778-2760-4EAD-AB0A-B2A64705858C}">
          <p14:sldIdLst>
            <p14:sldId id="256"/>
            <p14:sldId id="257"/>
          </p14:sldIdLst>
        </p14:section>
        <p14:section name="Abstract Classes and Methods" id="{56F9F336-26EA-4852-943E-C2A7671F090E}">
          <p14:sldIdLst>
            <p14:sldId id="316"/>
            <p14:sldId id="282"/>
          </p14:sldIdLst>
        </p14:section>
        <p14:section name="Sealed Classes and Methods" id="{20A8CCEB-437D-4804-847B-B8B00116F8D2}">
          <p14:sldIdLst>
            <p14:sldId id="318"/>
            <p14:sldId id="285"/>
            <p14:sldId id="287"/>
          </p14:sldIdLst>
        </p14:section>
        <p14:section name="Derived class Constructors" id="{A2C4EC09-D24E-46CA-AB85-EB0EC9BDB74E}">
          <p14:sldIdLst>
            <p14:sldId id="303"/>
            <p14:sldId id="304"/>
            <p14:sldId id="284"/>
          </p14:sldIdLst>
        </p14:section>
        <p14:section name="Access modifiers" id="{0ECA68BD-8E59-4E9A-BA13-3BFC054EB4BB}">
          <p14:sldIdLst>
            <p14:sldId id="260"/>
            <p14:sldId id="289"/>
            <p14:sldId id="290"/>
            <p14:sldId id="291"/>
          </p14:sldIdLst>
        </p14:section>
        <p14:section name="Is and As Operators" id="{B03BEE25-7836-4055-B5BC-F0ED7A545EF2}">
          <p14:sldIdLst>
            <p14:sldId id="319"/>
            <p14:sldId id="320"/>
            <p14:sldId id="321"/>
          </p14:sldIdLst>
        </p14:section>
        <p14:section name="Demo" id="{701BF8F5-745C-4B07-BEFA-28BF6C69815E}">
          <p14:sldIdLst>
            <p14:sldId id="317"/>
          </p14:sldIdLst>
        </p14:section>
        <p14:section name="Summary" id="{484AEAC6-781C-43D9-8449-DDEAC50CEC63}">
          <p14:sldIdLst>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470" autoAdjust="0"/>
    <p:restoredTop sz="86909" autoAdjust="0"/>
  </p:normalViewPr>
  <p:slideViewPr>
    <p:cSldViewPr snapToGrid="0">
      <p:cViewPr varScale="1">
        <p:scale>
          <a:sx n="57" d="100"/>
          <a:sy n="57" d="100"/>
        </p:scale>
        <p:origin x="660" y="36"/>
      </p:cViewPr>
      <p:guideLst/>
    </p:cSldViewPr>
  </p:slideViewPr>
  <p:notesTextViewPr>
    <p:cViewPr>
      <p:scale>
        <a:sx n="3" d="2"/>
        <a:sy n="3" d="2"/>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slideMaster" Target="slideMasters/slideMaster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2_4">
  <dgm:title val=""/>
  <dgm:desc val=""/>
  <dgm:catLst>
    <dgm:cat type="accent2" pri="11400"/>
  </dgm:catLst>
  <dgm:styleLbl name="node0">
    <dgm:fillClrLst meth="cycle">
      <a:schemeClr val="accent2">
        <a:shade val="60000"/>
      </a:schemeClr>
    </dgm:fillClrLst>
    <dgm:linClrLst meth="repeat">
      <a:schemeClr val="lt1"/>
    </dgm:linClrLst>
    <dgm:effectClrLst/>
    <dgm:txLinClrLst/>
    <dgm:txFillClrLst/>
    <dgm:txEffectClrLst/>
  </dgm:styleLbl>
  <dgm:styleLbl name="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alignNode1">
    <dgm:fillClrLst meth="cycle">
      <a:schemeClr val="accent2">
        <a:shade val="50000"/>
      </a:schemeClr>
      <a:schemeClr val="accent2">
        <a:tint val="45000"/>
      </a:schemeClr>
    </dgm:fillClrLst>
    <dgm:linClrLst meth="cycle">
      <a:schemeClr val="accent2">
        <a:shade val="50000"/>
      </a:schemeClr>
      <a:schemeClr val="accent2">
        <a:tint val="45000"/>
      </a:schemeClr>
    </dgm:linClrLst>
    <dgm:effectClrLst/>
    <dgm:txLinClrLst/>
    <dgm:txFillClrLst/>
    <dgm:txEffectClrLst/>
  </dgm:styleLbl>
  <dgm:styleLbl name="ln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vennNode1">
    <dgm:fillClrLst meth="cycle">
      <a:schemeClr val="accent2">
        <a:shade val="80000"/>
        <a:alpha val="50000"/>
      </a:schemeClr>
      <a:schemeClr val="accent2">
        <a:tint val="45000"/>
        <a:alpha val="50000"/>
      </a:schemeClr>
    </dgm:fillClrLst>
    <dgm:linClrLst meth="repeat">
      <a:schemeClr val="lt1"/>
    </dgm:linClrLst>
    <dgm:effectClrLst/>
    <dgm:txLinClrLst/>
    <dgm:txFillClrLst/>
    <dgm:txEffectClrLst/>
  </dgm:styleLbl>
  <dgm:styleLbl name="node2">
    <dgm:fillClrLst>
      <a:schemeClr val="accent2">
        <a:shade val="80000"/>
      </a:schemeClr>
    </dgm:fillClrLst>
    <dgm:linClrLst meth="repeat">
      <a:schemeClr val="lt1"/>
    </dgm:linClrLst>
    <dgm:effectClrLst/>
    <dgm:txLinClrLst/>
    <dgm:txFillClrLst/>
    <dgm:txEffectClrLst/>
  </dgm:styleLbl>
  <dgm:styleLbl name="node3">
    <dgm:fillClrLst>
      <a:schemeClr val="accent2">
        <a:tint val="99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f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b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sibTrans1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0000"/>
      </a:schemeClr>
    </dgm:fillClrLst>
    <dgm:linClrLst meth="repeat">
      <a:schemeClr val="lt1"/>
    </dgm:linClrLst>
    <dgm:effectClrLst/>
    <dgm:txLinClrLst/>
    <dgm:txFillClrLst/>
    <dgm:txEffectClrLst/>
  </dgm:styleLbl>
  <dgm:styleLbl name="asst3">
    <dgm:fillClrLst>
      <a:schemeClr val="accent2">
        <a:tint val="70000"/>
      </a:schemeClr>
    </dgm:fillClrLst>
    <dgm:linClrLst meth="repeat">
      <a:schemeClr val="lt1"/>
    </dgm:linClrLst>
    <dgm:effectClrLst/>
    <dgm:txLinClrLst/>
    <dgm:txFillClrLst/>
    <dgm:txEffectClrLst/>
  </dgm:styleLbl>
  <dgm:styleLbl name="asst4">
    <dgm:fillClrLst>
      <a:schemeClr val="accent2">
        <a:tint val="5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align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bgAccFollowNode1">
    <dgm:fillClrLst meth="repeat">
      <a:schemeClr val="accent2">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55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E072E7C-48ED-4239-8438-45AA89F20767}" type="doc">
      <dgm:prSet loTypeId="urn:microsoft.com/office/officeart/2005/8/layout/chevron2" loCatId="process" qsTypeId="urn:microsoft.com/office/officeart/2005/8/quickstyle/simple1" qsCatId="simple" csTypeId="urn:microsoft.com/office/officeart/2005/8/colors/accent2_4" csCatId="accent2" phldr="1"/>
      <dgm:spPr/>
      <dgm:t>
        <a:bodyPr/>
        <a:lstStyle/>
        <a:p>
          <a:endParaRPr lang="en-US"/>
        </a:p>
      </dgm:t>
    </dgm:pt>
    <dgm:pt modelId="{875DB45F-4E03-4D9D-B6E3-F5ADD3F435CE}">
      <dgm:prSet phldrT="[Text]"/>
      <dgm:spPr/>
      <dgm:t>
        <a:bodyPr/>
        <a:lstStyle/>
        <a:p>
          <a:r>
            <a:rPr lang="en-US" dirty="0"/>
            <a:t>First constructor call</a:t>
          </a:r>
        </a:p>
      </dgm:t>
    </dgm:pt>
    <dgm:pt modelId="{D6788F68-56F9-46E5-AEB8-4046A210A2F6}" type="parTrans" cxnId="{23967B7D-8A9C-425F-B25B-3AD85ED356DF}">
      <dgm:prSet/>
      <dgm:spPr/>
      <dgm:t>
        <a:bodyPr/>
        <a:lstStyle/>
        <a:p>
          <a:endParaRPr lang="en-US"/>
        </a:p>
      </dgm:t>
    </dgm:pt>
    <dgm:pt modelId="{EB069412-1A4A-444A-A39F-A94541C150A7}" type="sibTrans" cxnId="{23967B7D-8A9C-425F-B25B-3AD85ED356DF}">
      <dgm:prSet/>
      <dgm:spPr/>
      <dgm:t>
        <a:bodyPr/>
        <a:lstStyle/>
        <a:p>
          <a:endParaRPr lang="en-US"/>
        </a:p>
      </dgm:t>
    </dgm:pt>
    <dgm:pt modelId="{D9050B95-DB0E-4499-960A-1CED4CA5FF1B}">
      <dgm:prSet phldrT="[Text]"/>
      <dgm:spPr/>
      <dgm:t>
        <a:bodyPr/>
        <a:lstStyle/>
        <a:p>
          <a:r>
            <a:rPr lang="en-US" dirty="0" err="1"/>
            <a:t>System.Object</a:t>
          </a:r>
          <a:endParaRPr lang="en-US" dirty="0"/>
        </a:p>
      </dgm:t>
    </dgm:pt>
    <dgm:pt modelId="{55F7F8FF-D805-44EA-BFE1-A197F8FC3BCE}" type="parTrans" cxnId="{B29DB1BF-127A-4EE0-85DB-E0B0EF4EA46A}">
      <dgm:prSet/>
      <dgm:spPr/>
      <dgm:t>
        <a:bodyPr/>
        <a:lstStyle/>
        <a:p>
          <a:endParaRPr lang="en-US"/>
        </a:p>
      </dgm:t>
    </dgm:pt>
    <dgm:pt modelId="{3967D4B2-1925-4D7B-BBDF-FD93C747F182}" type="sibTrans" cxnId="{B29DB1BF-127A-4EE0-85DB-E0B0EF4EA46A}">
      <dgm:prSet/>
      <dgm:spPr/>
      <dgm:t>
        <a:bodyPr/>
        <a:lstStyle/>
        <a:p>
          <a:endParaRPr lang="en-US"/>
        </a:p>
      </dgm:t>
    </dgm:pt>
    <dgm:pt modelId="{580241F7-DBF3-4F12-940A-43E1B620AD5F}">
      <dgm:prSet phldrT="[Text]"/>
      <dgm:spPr/>
      <dgm:t>
        <a:bodyPr/>
        <a:lstStyle/>
        <a:p>
          <a:r>
            <a:rPr lang="en-US" dirty="0"/>
            <a:t>Second constructor call</a:t>
          </a:r>
        </a:p>
      </dgm:t>
    </dgm:pt>
    <dgm:pt modelId="{54B56CBD-0E99-4C6F-B316-FFEDDDDFA824}" type="parTrans" cxnId="{86E941EF-7C17-4BB4-B60F-B249D795B45C}">
      <dgm:prSet/>
      <dgm:spPr/>
      <dgm:t>
        <a:bodyPr/>
        <a:lstStyle/>
        <a:p>
          <a:endParaRPr lang="en-US"/>
        </a:p>
      </dgm:t>
    </dgm:pt>
    <dgm:pt modelId="{14E53135-C031-4788-B95C-A4F6AFFE8AA9}" type="sibTrans" cxnId="{86E941EF-7C17-4BB4-B60F-B249D795B45C}">
      <dgm:prSet/>
      <dgm:spPr/>
      <dgm:t>
        <a:bodyPr/>
        <a:lstStyle/>
        <a:p>
          <a:endParaRPr lang="en-US"/>
        </a:p>
      </dgm:t>
    </dgm:pt>
    <dgm:pt modelId="{6F73DCC5-A2C5-4CA0-9C70-D52FBA44CA82}">
      <dgm:prSet phldrT="[Text]"/>
      <dgm:spPr/>
      <dgm:t>
        <a:bodyPr/>
        <a:lstStyle/>
        <a:p>
          <a:r>
            <a:rPr lang="en-US" dirty="0" err="1"/>
            <a:t>GenericCustomer</a:t>
          </a:r>
          <a:endParaRPr lang="en-US" dirty="0"/>
        </a:p>
      </dgm:t>
    </dgm:pt>
    <dgm:pt modelId="{52140FA4-3AB5-49D8-B6B3-1871C678499E}" type="parTrans" cxnId="{DADE2A90-7EC8-43A5-B5BF-5F1DA69463CA}">
      <dgm:prSet/>
      <dgm:spPr/>
      <dgm:t>
        <a:bodyPr/>
        <a:lstStyle/>
        <a:p>
          <a:endParaRPr lang="en-US"/>
        </a:p>
      </dgm:t>
    </dgm:pt>
    <dgm:pt modelId="{D7F5B106-2DC3-43C7-8C5C-4F9ED55D1754}" type="sibTrans" cxnId="{DADE2A90-7EC8-43A5-B5BF-5F1DA69463CA}">
      <dgm:prSet/>
      <dgm:spPr/>
      <dgm:t>
        <a:bodyPr/>
        <a:lstStyle/>
        <a:p>
          <a:endParaRPr lang="en-US"/>
        </a:p>
      </dgm:t>
    </dgm:pt>
    <dgm:pt modelId="{52B10B7A-30AD-4806-8B7E-FBF8371543EF}">
      <dgm:prSet phldrT="[Text]"/>
      <dgm:spPr/>
      <dgm:t>
        <a:bodyPr/>
        <a:lstStyle/>
        <a:p>
          <a:r>
            <a:rPr lang="en-US" dirty="0"/>
            <a:t>Third constructor call</a:t>
          </a:r>
        </a:p>
      </dgm:t>
    </dgm:pt>
    <dgm:pt modelId="{C4FC9A3B-3626-4C5B-8E3E-602C6E876772}" type="parTrans" cxnId="{CC4D0041-2F20-407B-8C8C-DBFA29A90929}">
      <dgm:prSet/>
      <dgm:spPr/>
      <dgm:t>
        <a:bodyPr/>
        <a:lstStyle/>
        <a:p>
          <a:endParaRPr lang="en-US"/>
        </a:p>
      </dgm:t>
    </dgm:pt>
    <dgm:pt modelId="{1458381F-0A34-4CE6-A1C8-A1BFBE54C9BF}" type="sibTrans" cxnId="{CC4D0041-2F20-407B-8C8C-DBFA29A90929}">
      <dgm:prSet/>
      <dgm:spPr/>
      <dgm:t>
        <a:bodyPr/>
        <a:lstStyle/>
        <a:p>
          <a:endParaRPr lang="en-US"/>
        </a:p>
      </dgm:t>
    </dgm:pt>
    <dgm:pt modelId="{39DECBAB-5628-4C4E-924F-404AB7BE5C39}">
      <dgm:prSet phldrT="[Text]"/>
      <dgm:spPr/>
      <dgm:t>
        <a:bodyPr/>
        <a:lstStyle/>
        <a:p>
          <a:r>
            <a:rPr lang="en-US" dirty="0"/>
            <a:t>NeverMore60Customer : </a:t>
          </a:r>
          <a:r>
            <a:rPr lang="en-US" dirty="0" err="1"/>
            <a:t>GenericCustomer</a:t>
          </a:r>
          <a:endParaRPr lang="en-US" dirty="0"/>
        </a:p>
      </dgm:t>
    </dgm:pt>
    <dgm:pt modelId="{F26D538F-37B9-4E60-B8A9-7A768840C621}" type="parTrans" cxnId="{1025B00A-0F64-485C-8365-5C6895919828}">
      <dgm:prSet/>
      <dgm:spPr/>
      <dgm:t>
        <a:bodyPr/>
        <a:lstStyle/>
        <a:p>
          <a:endParaRPr lang="en-US"/>
        </a:p>
      </dgm:t>
    </dgm:pt>
    <dgm:pt modelId="{86723BC6-1CEC-46C7-BD59-C58D1EEEA448}" type="sibTrans" cxnId="{1025B00A-0F64-485C-8365-5C6895919828}">
      <dgm:prSet/>
      <dgm:spPr/>
      <dgm:t>
        <a:bodyPr/>
        <a:lstStyle/>
        <a:p>
          <a:endParaRPr lang="en-US"/>
        </a:p>
      </dgm:t>
    </dgm:pt>
    <dgm:pt modelId="{BC30343C-DDBA-47D6-A847-FE18CAB31A4D}" type="pres">
      <dgm:prSet presAssocID="{DE072E7C-48ED-4239-8438-45AA89F20767}" presName="linearFlow" presStyleCnt="0">
        <dgm:presLayoutVars>
          <dgm:dir/>
          <dgm:animLvl val="lvl"/>
          <dgm:resizeHandles val="exact"/>
        </dgm:presLayoutVars>
      </dgm:prSet>
      <dgm:spPr/>
    </dgm:pt>
    <dgm:pt modelId="{5769658D-D3CF-45E0-AFF6-61176ACDE575}" type="pres">
      <dgm:prSet presAssocID="{875DB45F-4E03-4D9D-B6E3-F5ADD3F435CE}" presName="composite" presStyleCnt="0"/>
      <dgm:spPr/>
    </dgm:pt>
    <dgm:pt modelId="{4A9B678F-5D68-43A7-99FA-3E05A48769A2}" type="pres">
      <dgm:prSet presAssocID="{875DB45F-4E03-4D9D-B6E3-F5ADD3F435CE}" presName="parentText" presStyleLbl="alignNode1" presStyleIdx="0" presStyleCnt="3">
        <dgm:presLayoutVars>
          <dgm:chMax val="1"/>
          <dgm:bulletEnabled val="1"/>
        </dgm:presLayoutVars>
      </dgm:prSet>
      <dgm:spPr/>
    </dgm:pt>
    <dgm:pt modelId="{9BADE274-A1AD-4380-8EF3-A9458157DC00}" type="pres">
      <dgm:prSet presAssocID="{875DB45F-4E03-4D9D-B6E3-F5ADD3F435CE}" presName="descendantText" presStyleLbl="alignAcc1" presStyleIdx="0" presStyleCnt="3">
        <dgm:presLayoutVars>
          <dgm:bulletEnabled val="1"/>
        </dgm:presLayoutVars>
      </dgm:prSet>
      <dgm:spPr/>
    </dgm:pt>
    <dgm:pt modelId="{9EF926E2-3329-4D71-83A3-19E87F3763CE}" type="pres">
      <dgm:prSet presAssocID="{EB069412-1A4A-444A-A39F-A94541C150A7}" presName="sp" presStyleCnt="0"/>
      <dgm:spPr/>
    </dgm:pt>
    <dgm:pt modelId="{E276875F-8B06-438C-B1F3-74307FE38E4D}" type="pres">
      <dgm:prSet presAssocID="{580241F7-DBF3-4F12-940A-43E1B620AD5F}" presName="composite" presStyleCnt="0"/>
      <dgm:spPr/>
    </dgm:pt>
    <dgm:pt modelId="{BD5CAE5C-0CFB-447F-9FC4-A5590F2C19F1}" type="pres">
      <dgm:prSet presAssocID="{580241F7-DBF3-4F12-940A-43E1B620AD5F}" presName="parentText" presStyleLbl="alignNode1" presStyleIdx="1" presStyleCnt="3">
        <dgm:presLayoutVars>
          <dgm:chMax val="1"/>
          <dgm:bulletEnabled val="1"/>
        </dgm:presLayoutVars>
      </dgm:prSet>
      <dgm:spPr/>
    </dgm:pt>
    <dgm:pt modelId="{7BD0E1B7-6EA3-4230-8CA0-E570991C1730}" type="pres">
      <dgm:prSet presAssocID="{580241F7-DBF3-4F12-940A-43E1B620AD5F}" presName="descendantText" presStyleLbl="alignAcc1" presStyleIdx="1" presStyleCnt="3">
        <dgm:presLayoutVars>
          <dgm:bulletEnabled val="1"/>
        </dgm:presLayoutVars>
      </dgm:prSet>
      <dgm:spPr/>
    </dgm:pt>
    <dgm:pt modelId="{D24F53CF-B36A-4681-AE11-7BAA216609FF}" type="pres">
      <dgm:prSet presAssocID="{14E53135-C031-4788-B95C-A4F6AFFE8AA9}" presName="sp" presStyleCnt="0"/>
      <dgm:spPr/>
    </dgm:pt>
    <dgm:pt modelId="{3FD0CDB2-203B-443F-A6D0-DCC88093DCBF}" type="pres">
      <dgm:prSet presAssocID="{52B10B7A-30AD-4806-8B7E-FBF8371543EF}" presName="composite" presStyleCnt="0"/>
      <dgm:spPr/>
    </dgm:pt>
    <dgm:pt modelId="{3CCBD388-1677-4831-9AF4-F17830B02D4B}" type="pres">
      <dgm:prSet presAssocID="{52B10B7A-30AD-4806-8B7E-FBF8371543EF}" presName="parentText" presStyleLbl="alignNode1" presStyleIdx="2" presStyleCnt="3">
        <dgm:presLayoutVars>
          <dgm:chMax val="1"/>
          <dgm:bulletEnabled val="1"/>
        </dgm:presLayoutVars>
      </dgm:prSet>
      <dgm:spPr/>
    </dgm:pt>
    <dgm:pt modelId="{19A20CCE-C3DA-47CF-B7D5-A45ACA9F1468}" type="pres">
      <dgm:prSet presAssocID="{52B10B7A-30AD-4806-8B7E-FBF8371543EF}" presName="descendantText" presStyleLbl="alignAcc1" presStyleIdx="2" presStyleCnt="3">
        <dgm:presLayoutVars>
          <dgm:bulletEnabled val="1"/>
        </dgm:presLayoutVars>
      </dgm:prSet>
      <dgm:spPr/>
    </dgm:pt>
  </dgm:ptLst>
  <dgm:cxnLst>
    <dgm:cxn modelId="{B29DB1BF-127A-4EE0-85DB-E0B0EF4EA46A}" srcId="{875DB45F-4E03-4D9D-B6E3-F5ADD3F435CE}" destId="{D9050B95-DB0E-4499-960A-1CED4CA5FF1B}" srcOrd="0" destOrd="0" parTransId="{55F7F8FF-D805-44EA-BFE1-A197F8FC3BCE}" sibTransId="{3967D4B2-1925-4D7B-BBDF-FD93C747F182}"/>
    <dgm:cxn modelId="{B9C12BDD-FD67-413A-9952-1ABB3947D349}" type="presOf" srcId="{52B10B7A-30AD-4806-8B7E-FBF8371543EF}" destId="{3CCBD388-1677-4831-9AF4-F17830B02D4B}" srcOrd="0" destOrd="0" presId="urn:microsoft.com/office/officeart/2005/8/layout/chevron2"/>
    <dgm:cxn modelId="{23967B7D-8A9C-425F-B25B-3AD85ED356DF}" srcId="{DE072E7C-48ED-4239-8438-45AA89F20767}" destId="{875DB45F-4E03-4D9D-B6E3-F5ADD3F435CE}" srcOrd="0" destOrd="0" parTransId="{D6788F68-56F9-46E5-AEB8-4046A210A2F6}" sibTransId="{EB069412-1A4A-444A-A39F-A94541C150A7}"/>
    <dgm:cxn modelId="{DADE2A90-7EC8-43A5-B5BF-5F1DA69463CA}" srcId="{580241F7-DBF3-4F12-940A-43E1B620AD5F}" destId="{6F73DCC5-A2C5-4CA0-9C70-D52FBA44CA82}" srcOrd="0" destOrd="0" parTransId="{52140FA4-3AB5-49D8-B6B3-1871C678499E}" sibTransId="{D7F5B106-2DC3-43C7-8C5C-4F9ED55D1754}"/>
    <dgm:cxn modelId="{DF0FDD0E-9E21-44BC-84B6-2AB41D32015F}" type="presOf" srcId="{39DECBAB-5628-4C4E-924F-404AB7BE5C39}" destId="{19A20CCE-C3DA-47CF-B7D5-A45ACA9F1468}" srcOrd="0" destOrd="0" presId="urn:microsoft.com/office/officeart/2005/8/layout/chevron2"/>
    <dgm:cxn modelId="{86E941EF-7C17-4BB4-B60F-B249D795B45C}" srcId="{DE072E7C-48ED-4239-8438-45AA89F20767}" destId="{580241F7-DBF3-4F12-940A-43E1B620AD5F}" srcOrd="1" destOrd="0" parTransId="{54B56CBD-0E99-4C6F-B316-FFEDDDDFA824}" sibTransId="{14E53135-C031-4788-B95C-A4F6AFFE8AA9}"/>
    <dgm:cxn modelId="{61740C26-A31A-44D2-A678-19278556DC69}" type="presOf" srcId="{D9050B95-DB0E-4499-960A-1CED4CA5FF1B}" destId="{9BADE274-A1AD-4380-8EF3-A9458157DC00}" srcOrd="0" destOrd="0" presId="urn:microsoft.com/office/officeart/2005/8/layout/chevron2"/>
    <dgm:cxn modelId="{1025B00A-0F64-485C-8365-5C6895919828}" srcId="{52B10B7A-30AD-4806-8B7E-FBF8371543EF}" destId="{39DECBAB-5628-4C4E-924F-404AB7BE5C39}" srcOrd="0" destOrd="0" parTransId="{F26D538F-37B9-4E60-B8A9-7A768840C621}" sibTransId="{86723BC6-1CEC-46C7-BD59-C58D1EEEA448}"/>
    <dgm:cxn modelId="{0029880D-2D5F-4FD4-A269-534D695A3971}" type="presOf" srcId="{580241F7-DBF3-4F12-940A-43E1B620AD5F}" destId="{BD5CAE5C-0CFB-447F-9FC4-A5590F2C19F1}" srcOrd="0" destOrd="0" presId="urn:microsoft.com/office/officeart/2005/8/layout/chevron2"/>
    <dgm:cxn modelId="{E68967BD-46B9-4B1E-A039-F43417AAB045}" type="presOf" srcId="{DE072E7C-48ED-4239-8438-45AA89F20767}" destId="{BC30343C-DDBA-47D6-A847-FE18CAB31A4D}" srcOrd="0" destOrd="0" presId="urn:microsoft.com/office/officeart/2005/8/layout/chevron2"/>
    <dgm:cxn modelId="{6CD3E459-A7E0-47AB-A5CE-10FCB58D2A16}" type="presOf" srcId="{6F73DCC5-A2C5-4CA0-9C70-D52FBA44CA82}" destId="{7BD0E1B7-6EA3-4230-8CA0-E570991C1730}" srcOrd="0" destOrd="0" presId="urn:microsoft.com/office/officeart/2005/8/layout/chevron2"/>
    <dgm:cxn modelId="{6F813340-2F56-4019-8017-A9ACEA704566}" type="presOf" srcId="{875DB45F-4E03-4D9D-B6E3-F5ADD3F435CE}" destId="{4A9B678F-5D68-43A7-99FA-3E05A48769A2}" srcOrd="0" destOrd="0" presId="urn:microsoft.com/office/officeart/2005/8/layout/chevron2"/>
    <dgm:cxn modelId="{CC4D0041-2F20-407B-8C8C-DBFA29A90929}" srcId="{DE072E7C-48ED-4239-8438-45AA89F20767}" destId="{52B10B7A-30AD-4806-8B7E-FBF8371543EF}" srcOrd="2" destOrd="0" parTransId="{C4FC9A3B-3626-4C5B-8E3E-602C6E876772}" sibTransId="{1458381F-0A34-4CE6-A1C8-A1BFBE54C9BF}"/>
    <dgm:cxn modelId="{D342709B-6A9D-4111-AAAD-167EB879CAC2}" type="presParOf" srcId="{BC30343C-DDBA-47D6-A847-FE18CAB31A4D}" destId="{5769658D-D3CF-45E0-AFF6-61176ACDE575}" srcOrd="0" destOrd="0" presId="urn:microsoft.com/office/officeart/2005/8/layout/chevron2"/>
    <dgm:cxn modelId="{B45AFDDF-D32D-4239-A4D2-657BB9EEFC73}" type="presParOf" srcId="{5769658D-D3CF-45E0-AFF6-61176ACDE575}" destId="{4A9B678F-5D68-43A7-99FA-3E05A48769A2}" srcOrd="0" destOrd="0" presId="urn:microsoft.com/office/officeart/2005/8/layout/chevron2"/>
    <dgm:cxn modelId="{B7731AF8-096D-44ED-8065-ABE3A656ACAA}" type="presParOf" srcId="{5769658D-D3CF-45E0-AFF6-61176ACDE575}" destId="{9BADE274-A1AD-4380-8EF3-A9458157DC00}" srcOrd="1" destOrd="0" presId="urn:microsoft.com/office/officeart/2005/8/layout/chevron2"/>
    <dgm:cxn modelId="{4EC7D9BD-D3BB-44D1-A493-193361D064B5}" type="presParOf" srcId="{BC30343C-DDBA-47D6-A847-FE18CAB31A4D}" destId="{9EF926E2-3329-4D71-83A3-19E87F3763CE}" srcOrd="1" destOrd="0" presId="urn:microsoft.com/office/officeart/2005/8/layout/chevron2"/>
    <dgm:cxn modelId="{D8F7933D-4B93-4CD0-990D-2B98C81B52BF}" type="presParOf" srcId="{BC30343C-DDBA-47D6-A847-FE18CAB31A4D}" destId="{E276875F-8B06-438C-B1F3-74307FE38E4D}" srcOrd="2" destOrd="0" presId="urn:microsoft.com/office/officeart/2005/8/layout/chevron2"/>
    <dgm:cxn modelId="{A03EC942-F83F-4EEE-9A0F-9E655FF42C5D}" type="presParOf" srcId="{E276875F-8B06-438C-B1F3-74307FE38E4D}" destId="{BD5CAE5C-0CFB-447F-9FC4-A5590F2C19F1}" srcOrd="0" destOrd="0" presId="urn:microsoft.com/office/officeart/2005/8/layout/chevron2"/>
    <dgm:cxn modelId="{60E21B36-EE3C-4570-85EC-DB0256EEA7A5}" type="presParOf" srcId="{E276875F-8B06-438C-B1F3-74307FE38E4D}" destId="{7BD0E1B7-6EA3-4230-8CA0-E570991C1730}" srcOrd="1" destOrd="0" presId="urn:microsoft.com/office/officeart/2005/8/layout/chevron2"/>
    <dgm:cxn modelId="{CA7633D5-72CC-4DB3-8CD6-F8610A38D6B2}" type="presParOf" srcId="{BC30343C-DDBA-47D6-A847-FE18CAB31A4D}" destId="{D24F53CF-B36A-4681-AE11-7BAA216609FF}" srcOrd="3" destOrd="0" presId="urn:microsoft.com/office/officeart/2005/8/layout/chevron2"/>
    <dgm:cxn modelId="{B355E395-03DB-4369-AD33-0730DF415A2F}" type="presParOf" srcId="{BC30343C-DDBA-47D6-A847-FE18CAB31A4D}" destId="{3FD0CDB2-203B-443F-A6D0-DCC88093DCBF}" srcOrd="4" destOrd="0" presId="urn:microsoft.com/office/officeart/2005/8/layout/chevron2"/>
    <dgm:cxn modelId="{CA3E1D1A-C56D-4360-83AF-8A3BDEFF06A1}" type="presParOf" srcId="{3FD0CDB2-203B-443F-A6D0-DCC88093DCBF}" destId="{3CCBD388-1677-4831-9AF4-F17830B02D4B}" srcOrd="0" destOrd="0" presId="urn:microsoft.com/office/officeart/2005/8/layout/chevron2"/>
    <dgm:cxn modelId="{19124A52-C779-4E2C-BE4A-B3141378425B}" type="presParOf" srcId="{3FD0CDB2-203B-443F-A6D0-DCC88093DCBF}" destId="{19A20CCE-C3DA-47CF-B7D5-A45ACA9F1468}"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A9B678F-5D68-43A7-99FA-3E05A48769A2}">
      <dsp:nvSpPr>
        <dsp:cNvPr id="0" name=""/>
        <dsp:cNvSpPr/>
      </dsp:nvSpPr>
      <dsp:spPr>
        <a:xfrm rot="5400000">
          <a:off x="-248831" y="249599"/>
          <a:ext cx="1658875" cy="1161212"/>
        </a:xfrm>
        <a:prstGeom prst="chevron">
          <a:avLst/>
        </a:prstGeom>
        <a:solidFill>
          <a:schemeClr val="accent2">
            <a:shade val="50000"/>
            <a:hueOff val="0"/>
            <a:satOff val="0"/>
            <a:lumOff val="0"/>
            <a:alphaOff val="0"/>
          </a:schemeClr>
        </a:solidFill>
        <a:ln w="25400" cap="flat" cmpd="sng" algn="ctr">
          <a:solidFill>
            <a:schemeClr val="accent2">
              <a:shade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t>First constructor call</a:t>
          </a:r>
        </a:p>
      </dsp:txBody>
      <dsp:txXfrm rot="-5400000">
        <a:off x="1" y="581373"/>
        <a:ext cx="1161212" cy="497663"/>
      </dsp:txXfrm>
    </dsp:sp>
    <dsp:sp modelId="{9BADE274-A1AD-4380-8EF3-A9458157DC00}">
      <dsp:nvSpPr>
        <dsp:cNvPr id="0" name=""/>
        <dsp:cNvSpPr/>
      </dsp:nvSpPr>
      <dsp:spPr>
        <a:xfrm rot="5400000">
          <a:off x="2723553" y="-1561572"/>
          <a:ext cx="1078269" cy="4202950"/>
        </a:xfrm>
        <a:prstGeom prst="round2SameRect">
          <a:avLst/>
        </a:prstGeom>
        <a:solidFill>
          <a:schemeClr val="lt1">
            <a:alpha val="90000"/>
            <a:hueOff val="0"/>
            <a:satOff val="0"/>
            <a:lumOff val="0"/>
            <a:alphaOff val="0"/>
          </a:schemeClr>
        </a:solidFill>
        <a:ln w="25400" cap="flat" cmpd="sng" algn="ctr">
          <a:solidFill>
            <a:schemeClr val="accent2">
              <a:shade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9352" tIns="13335" rIns="13335" bIns="13335" numCol="1" spcCol="1270" anchor="ctr" anchorCtr="0">
          <a:noAutofit/>
        </a:bodyPr>
        <a:lstStyle/>
        <a:p>
          <a:pPr marL="228600" lvl="1" indent="-228600" algn="l" defTabSz="933450">
            <a:lnSpc>
              <a:spcPct val="90000"/>
            </a:lnSpc>
            <a:spcBef>
              <a:spcPct val="0"/>
            </a:spcBef>
            <a:spcAft>
              <a:spcPct val="15000"/>
            </a:spcAft>
            <a:buChar char="•"/>
          </a:pPr>
          <a:r>
            <a:rPr lang="en-US" sz="2100" kern="1200" dirty="0" err="1"/>
            <a:t>System.Object</a:t>
          </a:r>
          <a:endParaRPr lang="en-US" sz="2100" kern="1200" dirty="0"/>
        </a:p>
      </dsp:txBody>
      <dsp:txXfrm rot="-5400000">
        <a:off x="1161213" y="53405"/>
        <a:ext cx="4150313" cy="972995"/>
      </dsp:txXfrm>
    </dsp:sp>
    <dsp:sp modelId="{BD5CAE5C-0CFB-447F-9FC4-A5590F2C19F1}">
      <dsp:nvSpPr>
        <dsp:cNvPr id="0" name=""/>
        <dsp:cNvSpPr/>
      </dsp:nvSpPr>
      <dsp:spPr>
        <a:xfrm rot="5400000">
          <a:off x="-248831" y="1714918"/>
          <a:ext cx="1658875" cy="1161212"/>
        </a:xfrm>
        <a:prstGeom prst="chevron">
          <a:avLst/>
        </a:prstGeom>
        <a:solidFill>
          <a:schemeClr val="accent2">
            <a:shade val="50000"/>
            <a:hueOff val="84045"/>
            <a:satOff val="1470"/>
            <a:lumOff val="27665"/>
            <a:alphaOff val="0"/>
          </a:schemeClr>
        </a:solidFill>
        <a:ln w="25400" cap="flat" cmpd="sng" algn="ctr">
          <a:solidFill>
            <a:schemeClr val="accent2">
              <a:shade val="50000"/>
              <a:hueOff val="84045"/>
              <a:satOff val="1470"/>
              <a:lumOff val="27665"/>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t>Second constructor call</a:t>
          </a:r>
        </a:p>
      </dsp:txBody>
      <dsp:txXfrm rot="-5400000">
        <a:off x="1" y="2046692"/>
        <a:ext cx="1161212" cy="497663"/>
      </dsp:txXfrm>
    </dsp:sp>
    <dsp:sp modelId="{7BD0E1B7-6EA3-4230-8CA0-E570991C1730}">
      <dsp:nvSpPr>
        <dsp:cNvPr id="0" name=""/>
        <dsp:cNvSpPr/>
      </dsp:nvSpPr>
      <dsp:spPr>
        <a:xfrm rot="5400000">
          <a:off x="2723553" y="-96253"/>
          <a:ext cx="1078269" cy="4202950"/>
        </a:xfrm>
        <a:prstGeom prst="round2SameRect">
          <a:avLst/>
        </a:prstGeom>
        <a:solidFill>
          <a:schemeClr val="lt1">
            <a:alpha val="90000"/>
            <a:hueOff val="0"/>
            <a:satOff val="0"/>
            <a:lumOff val="0"/>
            <a:alphaOff val="0"/>
          </a:schemeClr>
        </a:solidFill>
        <a:ln w="25400" cap="flat" cmpd="sng" algn="ctr">
          <a:solidFill>
            <a:schemeClr val="accent2">
              <a:shade val="50000"/>
              <a:hueOff val="76672"/>
              <a:satOff val="1828"/>
              <a:lumOff val="25161"/>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9352" tIns="13335" rIns="13335" bIns="13335" numCol="1" spcCol="1270" anchor="ctr" anchorCtr="0">
          <a:noAutofit/>
        </a:bodyPr>
        <a:lstStyle/>
        <a:p>
          <a:pPr marL="228600" lvl="1" indent="-228600" algn="l" defTabSz="933450">
            <a:lnSpc>
              <a:spcPct val="90000"/>
            </a:lnSpc>
            <a:spcBef>
              <a:spcPct val="0"/>
            </a:spcBef>
            <a:spcAft>
              <a:spcPct val="15000"/>
            </a:spcAft>
            <a:buChar char="•"/>
          </a:pPr>
          <a:r>
            <a:rPr lang="en-US" sz="2100" kern="1200" dirty="0" err="1"/>
            <a:t>GenericCustomer</a:t>
          </a:r>
          <a:endParaRPr lang="en-US" sz="2100" kern="1200" dirty="0"/>
        </a:p>
      </dsp:txBody>
      <dsp:txXfrm rot="-5400000">
        <a:off x="1161213" y="1518724"/>
        <a:ext cx="4150313" cy="972995"/>
      </dsp:txXfrm>
    </dsp:sp>
    <dsp:sp modelId="{3CCBD388-1677-4831-9AF4-F17830B02D4B}">
      <dsp:nvSpPr>
        <dsp:cNvPr id="0" name=""/>
        <dsp:cNvSpPr/>
      </dsp:nvSpPr>
      <dsp:spPr>
        <a:xfrm rot="5400000">
          <a:off x="-248831" y="3180237"/>
          <a:ext cx="1658875" cy="1161212"/>
        </a:xfrm>
        <a:prstGeom prst="chevron">
          <a:avLst/>
        </a:prstGeom>
        <a:solidFill>
          <a:schemeClr val="accent2">
            <a:shade val="50000"/>
            <a:hueOff val="84045"/>
            <a:satOff val="1470"/>
            <a:lumOff val="27665"/>
            <a:alphaOff val="0"/>
          </a:schemeClr>
        </a:solidFill>
        <a:ln w="25400" cap="flat" cmpd="sng" algn="ctr">
          <a:solidFill>
            <a:schemeClr val="accent2">
              <a:shade val="50000"/>
              <a:hueOff val="84045"/>
              <a:satOff val="1470"/>
              <a:lumOff val="27665"/>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t>Third constructor call</a:t>
          </a:r>
        </a:p>
      </dsp:txBody>
      <dsp:txXfrm rot="-5400000">
        <a:off x="1" y="3512011"/>
        <a:ext cx="1161212" cy="497663"/>
      </dsp:txXfrm>
    </dsp:sp>
    <dsp:sp modelId="{19A20CCE-C3DA-47CF-B7D5-A45ACA9F1468}">
      <dsp:nvSpPr>
        <dsp:cNvPr id="0" name=""/>
        <dsp:cNvSpPr/>
      </dsp:nvSpPr>
      <dsp:spPr>
        <a:xfrm rot="5400000">
          <a:off x="2723553" y="1369065"/>
          <a:ext cx="1078269" cy="4202950"/>
        </a:xfrm>
        <a:prstGeom prst="round2SameRect">
          <a:avLst/>
        </a:prstGeom>
        <a:solidFill>
          <a:schemeClr val="lt1">
            <a:alpha val="90000"/>
            <a:hueOff val="0"/>
            <a:satOff val="0"/>
            <a:lumOff val="0"/>
            <a:alphaOff val="0"/>
          </a:schemeClr>
        </a:solidFill>
        <a:ln w="25400" cap="flat" cmpd="sng" algn="ctr">
          <a:solidFill>
            <a:schemeClr val="accent2">
              <a:shade val="50000"/>
              <a:hueOff val="76672"/>
              <a:satOff val="1828"/>
              <a:lumOff val="25161"/>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9352" tIns="13335" rIns="13335" bIns="13335" numCol="1" spcCol="1270" anchor="ctr" anchorCtr="0">
          <a:noAutofit/>
        </a:bodyPr>
        <a:lstStyle/>
        <a:p>
          <a:pPr marL="228600" lvl="1" indent="-228600" algn="l" defTabSz="933450">
            <a:lnSpc>
              <a:spcPct val="90000"/>
            </a:lnSpc>
            <a:spcBef>
              <a:spcPct val="0"/>
            </a:spcBef>
            <a:spcAft>
              <a:spcPct val="15000"/>
            </a:spcAft>
            <a:buChar char="•"/>
          </a:pPr>
          <a:r>
            <a:rPr lang="en-US" sz="2100" kern="1200" dirty="0"/>
            <a:t>NeverMore60Customer : </a:t>
          </a:r>
          <a:r>
            <a:rPr lang="en-US" sz="2100" kern="1200" dirty="0" err="1"/>
            <a:t>GenericCustomer</a:t>
          </a:r>
          <a:endParaRPr lang="en-US" sz="2100" kern="1200" dirty="0"/>
        </a:p>
      </dsp:txBody>
      <dsp:txXfrm rot="-5400000">
        <a:off x="1161213" y="2984043"/>
        <a:ext cx="4150313" cy="972995"/>
      </dsp:txXfrm>
    </dsp:sp>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28AEDA-69F3-4BD8-A62F-AB69D1B5AE71}" type="datetimeFigureOut">
              <a:rPr lang="en-US" smtClean="0"/>
              <a:t>09-Jan-17</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92D35B-DA1B-4438-A15B-85773298702F}" type="slidenum">
              <a:rPr lang="en-US" smtClean="0"/>
              <a:t>‹#›</a:t>
            </a:fld>
            <a:endParaRPr lang="en-US"/>
          </a:p>
        </p:txBody>
      </p:sp>
    </p:spTree>
    <p:extLst>
      <p:ext uri="{BB962C8B-B14F-4D97-AF65-F5344CB8AC3E}">
        <p14:creationId xmlns:p14="http://schemas.microsoft.com/office/powerpoint/2010/main" val="32051053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A92D35B-DA1B-4438-A15B-85773298702F}" type="slidenum">
              <a:rPr lang="en-US" smtClean="0"/>
              <a:t>19</a:t>
            </a:fld>
            <a:endParaRPr lang="en-US"/>
          </a:p>
        </p:txBody>
      </p:sp>
    </p:spTree>
    <p:extLst>
      <p:ext uri="{BB962C8B-B14F-4D97-AF65-F5344CB8AC3E}">
        <p14:creationId xmlns:p14="http://schemas.microsoft.com/office/powerpoint/2010/main" val="350840804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xml"/><Relationship Id="rId1" Type="http://schemas.openxmlformats.org/officeDocument/2006/relationships/tags" Target="../tags/tag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xml"/><Relationship Id="rId1" Type="http://schemas.openxmlformats.org/officeDocument/2006/relationships/tags" Target="../tags/tag3.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6.xml"/><Relationship Id="rId1" Type="http://schemas.openxmlformats.org/officeDocument/2006/relationships/tags" Target="../tags/tag5.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hyperlink" Target="http://www.socrative.com/" TargetMode="External"/><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hyperlink" Target="http://www.socrative.com/" TargetMode="External"/><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447801"/>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40386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xfrm>
            <a:off x="609600" y="6245225"/>
            <a:ext cx="2844800" cy="476250"/>
          </a:xfrm>
          <a:prstGeom prst="rect">
            <a:avLst/>
          </a:prstGeom>
        </p:spPr>
        <p:txBody>
          <a:bodyPr/>
          <a:lstStyle>
            <a:lvl1pPr>
              <a:defRPr/>
            </a:lvl1pPr>
          </a:lstStyle>
          <a:p>
            <a:fld id="{AE9E2E97-EAE7-4386-88DC-7364DDD24368}" type="datetimeFigureOut">
              <a:rPr lang="en-US" smtClean="0"/>
              <a:t>09-Jan-17</a:t>
            </a:fld>
            <a:endParaRPr lang="en-US"/>
          </a:p>
        </p:txBody>
      </p:sp>
      <p:sp>
        <p:nvSpPr>
          <p:cNvPr id="5" name="Rectangle 5"/>
          <p:cNvSpPr>
            <a:spLocks noGrp="1" noChangeArrowheads="1"/>
          </p:cNvSpPr>
          <p:nvPr>
            <p:ph type="ftr" sz="quarter" idx="11"/>
          </p:nvPr>
        </p:nvSpPr>
        <p:spPr>
          <a:xfrm>
            <a:off x="4165600" y="6245225"/>
            <a:ext cx="3860800" cy="476250"/>
          </a:xfrm>
          <a:prstGeom prst="rect">
            <a:avLst/>
          </a:prstGeom>
        </p:spPr>
        <p:txBody>
          <a:bodyPr/>
          <a:lstStyle>
            <a:lvl1pPr>
              <a:defRPr/>
            </a:lvl1pPr>
          </a:lstStyle>
          <a:p>
            <a:endParaRPr lang="en-US"/>
          </a:p>
        </p:txBody>
      </p:sp>
      <p:pic>
        <p:nvPicPr>
          <p:cNvPr id="6" name="Picture 5" descr="CNM logo_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68800" y="1"/>
            <a:ext cx="3403600" cy="12668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66118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Rectangle 4"/>
          <p:cNvSpPr>
            <a:spLocks noGrp="1" noChangeArrowheads="1"/>
          </p:cNvSpPr>
          <p:nvPr>
            <p:ph type="dt" sz="half" idx="10"/>
          </p:nvPr>
        </p:nvSpPr>
        <p:spPr>
          <a:xfrm>
            <a:off x="609600" y="6245225"/>
            <a:ext cx="2844800" cy="476250"/>
          </a:xfrm>
          <a:prstGeom prst="rect">
            <a:avLst/>
          </a:prstGeom>
        </p:spPr>
        <p:txBody>
          <a:bodyPr/>
          <a:lstStyle>
            <a:lvl1pPr>
              <a:defRPr/>
            </a:lvl1pPr>
          </a:lstStyle>
          <a:p>
            <a:fld id="{AE9E2E97-EAE7-4386-88DC-7364DDD24368}" type="datetimeFigureOut">
              <a:rPr lang="en-US" smtClean="0"/>
              <a:t>09-Jan-17</a:t>
            </a:fld>
            <a:endParaRPr lang="en-US"/>
          </a:p>
        </p:txBody>
      </p:sp>
      <p:sp>
        <p:nvSpPr>
          <p:cNvPr id="5" name="Rectangle 5"/>
          <p:cNvSpPr>
            <a:spLocks noGrp="1" noChangeArrowheads="1"/>
          </p:cNvSpPr>
          <p:nvPr>
            <p:ph type="ftr" sz="quarter" idx="11"/>
          </p:nvPr>
        </p:nvSpPr>
        <p:spPr>
          <a:xfrm>
            <a:off x="4165600" y="6245225"/>
            <a:ext cx="3860800" cy="476250"/>
          </a:xfrm>
          <a:prstGeom prst="rect">
            <a:avLst/>
          </a:prstGeom>
        </p:spPr>
        <p:txBody>
          <a:bodyPr/>
          <a:lstStyle>
            <a:lvl1pPr>
              <a:defRPr/>
            </a:lvl1pPr>
          </a:lstStyle>
          <a:p>
            <a:endParaRPr lang="en-US"/>
          </a:p>
        </p:txBody>
      </p:sp>
      <p:sp>
        <p:nvSpPr>
          <p:cNvPr id="6" name="Rectangle 6"/>
          <p:cNvSpPr>
            <a:spLocks noGrp="1" noChangeArrowheads="1"/>
          </p:cNvSpPr>
          <p:nvPr>
            <p:ph type="sldNum" sz="quarter" idx="12"/>
          </p:nvPr>
        </p:nvSpPr>
        <p:spPr>
          <a:xfrm>
            <a:off x="609600" y="5943601"/>
            <a:ext cx="10972800" cy="777875"/>
          </a:xfrm>
          <a:prstGeom prst="rect">
            <a:avLst/>
          </a:prstGeom>
        </p:spPr>
        <p:txBody>
          <a:bodyPr/>
          <a:lstStyle>
            <a:lvl1pPr>
              <a:defRPr/>
            </a:lvl1pPr>
          </a:lstStyle>
          <a:p>
            <a:fld id="{505757B2-8DB5-4878-898B-2C2E9FBEAE6B}" type="slidenum">
              <a:rPr lang="en-US" smtClean="0"/>
              <a:t>‹#›</a:t>
            </a:fld>
            <a:endParaRPr lang="en-US"/>
          </a:p>
        </p:txBody>
      </p:sp>
    </p:spTree>
    <p:extLst>
      <p:ext uri="{BB962C8B-B14F-4D97-AF65-F5344CB8AC3E}">
        <p14:creationId xmlns:p14="http://schemas.microsoft.com/office/powerpoint/2010/main" val="21585506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xfrm>
            <a:off x="609600" y="6245225"/>
            <a:ext cx="2844800" cy="476250"/>
          </a:xfrm>
          <a:prstGeom prst="rect">
            <a:avLst/>
          </a:prstGeom>
        </p:spPr>
        <p:txBody>
          <a:bodyPr/>
          <a:lstStyle>
            <a:lvl1pPr>
              <a:defRPr/>
            </a:lvl1pPr>
          </a:lstStyle>
          <a:p>
            <a:fld id="{AE9E2E97-EAE7-4386-88DC-7364DDD24368}" type="datetimeFigureOut">
              <a:rPr lang="en-US" smtClean="0"/>
              <a:t>09-Jan-17</a:t>
            </a:fld>
            <a:endParaRPr lang="en-US"/>
          </a:p>
        </p:txBody>
      </p:sp>
      <p:sp>
        <p:nvSpPr>
          <p:cNvPr id="5" name="Rectangle 5"/>
          <p:cNvSpPr>
            <a:spLocks noGrp="1" noChangeArrowheads="1"/>
          </p:cNvSpPr>
          <p:nvPr>
            <p:ph type="ftr" sz="quarter" idx="11"/>
          </p:nvPr>
        </p:nvSpPr>
        <p:spPr>
          <a:xfrm>
            <a:off x="4165600" y="6245225"/>
            <a:ext cx="3860800" cy="476250"/>
          </a:xfrm>
          <a:prstGeom prst="rect">
            <a:avLst/>
          </a:prstGeom>
        </p:spPr>
        <p:txBody>
          <a:bodyPr/>
          <a:lstStyle>
            <a:lvl1pPr>
              <a:defRPr/>
            </a:lvl1pPr>
          </a:lstStyle>
          <a:p>
            <a:endParaRPr lang="en-US"/>
          </a:p>
        </p:txBody>
      </p:sp>
      <p:sp>
        <p:nvSpPr>
          <p:cNvPr id="6" name="Rectangle 6"/>
          <p:cNvSpPr>
            <a:spLocks noGrp="1" noChangeArrowheads="1"/>
          </p:cNvSpPr>
          <p:nvPr>
            <p:ph type="sldNum" sz="quarter" idx="12"/>
          </p:nvPr>
        </p:nvSpPr>
        <p:spPr>
          <a:xfrm>
            <a:off x="609600" y="5943601"/>
            <a:ext cx="10972800" cy="777875"/>
          </a:xfrm>
          <a:prstGeom prst="rect">
            <a:avLst/>
          </a:prstGeom>
        </p:spPr>
        <p:txBody>
          <a:bodyPr/>
          <a:lstStyle>
            <a:lvl1pPr>
              <a:defRPr/>
            </a:lvl1pPr>
          </a:lstStyle>
          <a:p>
            <a:fld id="{505757B2-8DB5-4878-898B-2C2E9FBEAE6B}" type="slidenum">
              <a:rPr lang="en-US" smtClean="0"/>
              <a:t>‹#›</a:t>
            </a:fld>
            <a:endParaRPr lang="en-US"/>
          </a:p>
        </p:txBody>
      </p:sp>
    </p:spTree>
    <p:extLst>
      <p:ext uri="{BB962C8B-B14F-4D97-AF65-F5344CB8AC3E}">
        <p14:creationId xmlns:p14="http://schemas.microsoft.com/office/powerpoint/2010/main" val="29582558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5384800" cy="3962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0"/>
            <a:ext cx="5384800" cy="3962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noChangeArrowheads="1"/>
          </p:cNvSpPr>
          <p:nvPr>
            <p:ph type="dt" sz="half" idx="10"/>
          </p:nvPr>
        </p:nvSpPr>
        <p:spPr>
          <a:xfrm>
            <a:off x="609600" y="6245225"/>
            <a:ext cx="2844800" cy="476250"/>
          </a:xfrm>
          <a:prstGeom prst="rect">
            <a:avLst/>
          </a:prstGeom>
        </p:spPr>
        <p:txBody>
          <a:bodyPr/>
          <a:lstStyle>
            <a:lvl1pPr>
              <a:defRPr/>
            </a:lvl1pPr>
          </a:lstStyle>
          <a:p>
            <a:fld id="{AE9E2E97-EAE7-4386-88DC-7364DDD24368}" type="datetimeFigureOut">
              <a:rPr lang="en-US" smtClean="0"/>
              <a:t>09-Jan-17</a:t>
            </a:fld>
            <a:endParaRPr lang="en-US"/>
          </a:p>
        </p:txBody>
      </p:sp>
      <p:sp>
        <p:nvSpPr>
          <p:cNvPr id="6" name="Footer Placeholder 5"/>
          <p:cNvSpPr>
            <a:spLocks noGrp="1" noChangeArrowheads="1"/>
          </p:cNvSpPr>
          <p:nvPr>
            <p:ph type="ftr" sz="quarter" idx="11"/>
          </p:nvPr>
        </p:nvSpPr>
        <p:spPr>
          <a:xfrm>
            <a:off x="4165600" y="6245225"/>
            <a:ext cx="3860800" cy="476250"/>
          </a:xfrm>
          <a:prstGeom prst="rect">
            <a:avLst/>
          </a:prstGeom>
        </p:spPr>
        <p:txBody>
          <a:bodyPr/>
          <a:lstStyle>
            <a:lvl1pPr>
              <a:defRPr/>
            </a:lvl1pPr>
          </a:lstStyle>
          <a:p>
            <a:endParaRPr lang="en-US"/>
          </a:p>
        </p:txBody>
      </p:sp>
      <p:sp>
        <p:nvSpPr>
          <p:cNvPr id="7" name="Slide Number Placeholder 6"/>
          <p:cNvSpPr>
            <a:spLocks noGrp="1" noChangeArrowheads="1"/>
          </p:cNvSpPr>
          <p:nvPr>
            <p:ph type="sldNum" sz="quarter" idx="12"/>
          </p:nvPr>
        </p:nvSpPr>
        <p:spPr>
          <a:xfrm>
            <a:off x="609600" y="5943601"/>
            <a:ext cx="10972800" cy="777875"/>
          </a:xfrm>
          <a:prstGeom prst="rect">
            <a:avLst/>
          </a:prstGeom>
        </p:spPr>
        <p:txBody>
          <a:bodyPr/>
          <a:lstStyle>
            <a:lvl1pPr>
              <a:defRPr/>
            </a:lvl1pPr>
          </a:lstStyle>
          <a:p>
            <a:fld id="{505757B2-8DB5-4878-898B-2C2E9FBEAE6B}" type="slidenum">
              <a:rPr lang="en-US" smtClean="0"/>
              <a:t>‹#›</a:t>
            </a:fld>
            <a:endParaRPr lang="en-US"/>
          </a:p>
        </p:txBody>
      </p:sp>
    </p:spTree>
    <p:extLst>
      <p:ext uri="{BB962C8B-B14F-4D97-AF65-F5344CB8AC3E}">
        <p14:creationId xmlns:p14="http://schemas.microsoft.com/office/powerpoint/2010/main" val="33420433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xfrm>
            <a:off x="609600" y="6245225"/>
            <a:ext cx="2844800" cy="476250"/>
          </a:xfrm>
          <a:prstGeom prst="rect">
            <a:avLst/>
          </a:prstGeom>
        </p:spPr>
        <p:txBody>
          <a:bodyPr/>
          <a:lstStyle>
            <a:lvl1pPr>
              <a:defRPr/>
            </a:lvl1pPr>
          </a:lstStyle>
          <a:p>
            <a:fld id="{AE9E2E97-EAE7-4386-88DC-7364DDD24368}" type="datetimeFigureOut">
              <a:rPr lang="en-US" smtClean="0"/>
              <a:t>09-Jan-17</a:t>
            </a:fld>
            <a:endParaRPr lang="en-US"/>
          </a:p>
        </p:txBody>
      </p:sp>
      <p:sp>
        <p:nvSpPr>
          <p:cNvPr id="8" name="Rectangle 5"/>
          <p:cNvSpPr>
            <a:spLocks noGrp="1" noChangeArrowheads="1"/>
          </p:cNvSpPr>
          <p:nvPr>
            <p:ph type="ftr" sz="quarter" idx="11"/>
          </p:nvPr>
        </p:nvSpPr>
        <p:spPr>
          <a:xfrm>
            <a:off x="4165600" y="6245225"/>
            <a:ext cx="3860800" cy="476250"/>
          </a:xfrm>
          <a:prstGeom prst="rect">
            <a:avLst/>
          </a:prstGeom>
        </p:spPr>
        <p:txBody>
          <a:bodyPr/>
          <a:lstStyle>
            <a:lvl1pPr>
              <a:defRPr/>
            </a:lvl1pPr>
          </a:lstStyle>
          <a:p>
            <a:endParaRPr lang="en-US"/>
          </a:p>
        </p:txBody>
      </p:sp>
      <p:sp>
        <p:nvSpPr>
          <p:cNvPr id="9" name="Rectangle 6"/>
          <p:cNvSpPr>
            <a:spLocks noGrp="1" noChangeArrowheads="1"/>
          </p:cNvSpPr>
          <p:nvPr>
            <p:ph type="sldNum" sz="quarter" idx="12"/>
          </p:nvPr>
        </p:nvSpPr>
        <p:spPr>
          <a:xfrm>
            <a:off x="609600" y="5943601"/>
            <a:ext cx="10972800" cy="777875"/>
          </a:xfrm>
          <a:prstGeom prst="rect">
            <a:avLst/>
          </a:prstGeom>
        </p:spPr>
        <p:txBody>
          <a:bodyPr/>
          <a:lstStyle>
            <a:lvl1pPr>
              <a:defRPr/>
            </a:lvl1pPr>
          </a:lstStyle>
          <a:p>
            <a:fld id="{505757B2-8DB5-4878-898B-2C2E9FBEAE6B}" type="slidenum">
              <a:rPr lang="en-US" smtClean="0"/>
              <a:t>‹#›</a:t>
            </a:fld>
            <a:endParaRPr lang="en-US"/>
          </a:p>
        </p:txBody>
      </p:sp>
    </p:spTree>
    <p:extLst>
      <p:ext uri="{BB962C8B-B14F-4D97-AF65-F5344CB8AC3E}">
        <p14:creationId xmlns:p14="http://schemas.microsoft.com/office/powerpoint/2010/main" val="35082042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xfrm>
            <a:off x="609600" y="6245225"/>
            <a:ext cx="2844800" cy="476250"/>
          </a:xfrm>
          <a:prstGeom prst="rect">
            <a:avLst/>
          </a:prstGeom>
        </p:spPr>
        <p:txBody>
          <a:bodyPr/>
          <a:lstStyle>
            <a:lvl1pPr>
              <a:defRPr/>
            </a:lvl1pPr>
          </a:lstStyle>
          <a:p>
            <a:fld id="{AE9E2E97-EAE7-4386-88DC-7364DDD24368}" type="datetimeFigureOut">
              <a:rPr lang="en-US" smtClean="0"/>
              <a:t>09-Jan-17</a:t>
            </a:fld>
            <a:endParaRPr lang="en-US"/>
          </a:p>
        </p:txBody>
      </p:sp>
      <p:sp>
        <p:nvSpPr>
          <p:cNvPr id="4" name="Rectangle 5"/>
          <p:cNvSpPr>
            <a:spLocks noGrp="1" noChangeArrowheads="1"/>
          </p:cNvSpPr>
          <p:nvPr>
            <p:ph type="ftr" sz="quarter" idx="11"/>
          </p:nvPr>
        </p:nvSpPr>
        <p:spPr>
          <a:xfrm>
            <a:off x="4165600" y="6245225"/>
            <a:ext cx="3860800" cy="476250"/>
          </a:xfrm>
          <a:prstGeom prst="rect">
            <a:avLst/>
          </a:prstGeom>
        </p:spPr>
        <p:txBody>
          <a:bodyPr/>
          <a:lstStyle>
            <a:lvl1pPr>
              <a:defRPr/>
            </a:lvl1pPr>
          </a:lstStyle>
          <a:p>
            <a:endParaRPr lang="en-US"/>
          </a:p>
        </p:txBody>
      </p:sp>
      <p:sp>
        <p:nvSpPr>
          <p:cNvPr id="5" name="Rectangle 6"/>
          <p:cNvSpPr>
            <a:spLocks noGrp="1" noChangeArrowheads="1"/>
          </p:cNvSpPr>
          <p:nvPr>
            <p:ph type="sldNum" sz="quarter" idx="12"/>
          </p:nvPr>
        </p:nvSpPr>
        <p:spPr>
          <a:xfrm>
            <a:off x="609600" y="5943601"/>
            <a:ext cx="10972800" cy="777875"/>
          </a:xfrm>
          <a:prstGeom prst="rect">
            <a:avLst/>
          </a:prstGeom>
        </p:spPr>
        <p:txBody>
          <a:bodyPr/>
          <a:lstStyle>
            <a:lvl1pPr>
              <a:defRPr/>
            </a:lvl1pPr>
          </a:lstStyle>
          <a:p>
            <a:fld id="{505757B2-8DB5-4878-898B-2C2E9FBEAE6B}" type="slidenum">
              <a:rPr lang="en-US" smtClean="0"/>
              <a:t>‹#›</a:t>
            </a:fld>
            <a:endParaRPr lang="en-US"/>
          </a:p>
        </p:txBody>
      </p:sp>
    </p:spTree>
    <p:extLst>
      <p:ext uri="{BB962C8B-B14F-4D97-AF65-F5344CB8AC3E}">
        <p14:creationId xmlns:p14="http://schemas.microsoft.com/office/powerpoint/2010/main" val="24768607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xfrm>
            <a:off x="609600" y="6245225"/>
            <a:ext cx="2844800" cy="476250"/>
          </a:xfrm>
          <a:prstGeom prst="rect">
            <a:avLst/>
          </a:prstGeom>
        </p:spPr>
        <p:txBody>
          <a:bodyPr/>
          <a:lstStyle>
            <a:lvl1pPr>
              <a:defRPr/>
            </a:lvl1pPr>
          </a:lstStyle>
          <a:p>
            <a:fld id="{AE9E2E97-EAE7-4386-88DC-7364DDD24368}" type="datetimeFigureOut">
              <a:rPr lang="en-US" smtClean="0"/>
              <a:t>09-Jan-17</a:t>
            </a:fld>
            <a:endParaRPr lang="en-US"/>
          </a:p>
        </p:txBody>
      </p:sp>
      <p:sp>
        <p:nvSpPr>
          <p:cNvPr id="3" name="Rectangle 5"/>
          <p:cNvSpPr>
            <a:spLocks noGrp="1" noChangeArrowheads="1"/>
          </p:cNvSpPr>
          <p:nvPr>
            <p:ph type="ftr" sz="quarter" idx="11"/>
          </p:nvPr>
        </p:nvSpPr>
        <p:spPr>
          <a:xfrm>
            <a:off x="4165600" y="6245225"/>
            <a:ext cx="3860800" cy="476250"/>
          </a:xfrm>
          <a:prstGeom prst="rect">
            <a:avLst/>
          </a:prstGeom>
        </p:spPr>
        <p:txBody>
          <a:bodyPr/>
          <a:lstStyle>
            <a:lvl1pPr>
              <a:defRPr/>
            </a:lvl1pPr>
          </a:lstStyle>
          <a:p>
            <a:endParaRPr lang="en-US"/>
          </a:p>
        </p:txBody>
      </p:sp>
      <p:sp>
        <p:nvSpPr>
          <p:cNvPr id="4" name="Rectangle 6"/>
          <p:cNvSpPr>
            <a:spLocks noGrp="1" noChangeArrowheads="1"/>
          </p:cNvSpPr>
          <p:nvPr>
            <p:ph type="sldNum" sz="quarter" idx="12"/>
          </p:nvPr>
        </p:nvSpPr>
        <p:spPr>
          <a:xfrm>
            <a:off x="609600" y="5943601"/>
            <a:ext cx="10972800" cy="777875"/>
          </a:xfrm>
          <a:prstGeom prst="rect">
            <a:avLst/>
          </a:prstGeom>
        </p:spPr>
        <p:txBody>
          <a:bodyPr/>
          <a:lstStyle>
            <a:lvl1pPr>
              <a:defRPr/>
            </a:lvl1pPr>
          </a:lstStyle>
          <a:p>
            <a:fld id="{505757B2-8DB5-4878-898B-2C2E9FBEAE6B}" type="slidenum">
              <a:rPr lang="en-US" smtClean="0"/>
              <a:t>‹#›</a:t>
            </a:fld>
            <a:endParaRPr lang="en-US"/>
          </a:p>
        </p:txBody>
      </p:sp>
    </p:spTree>
    <p:extLst>
      <p:ext uri="{BB962C8B-B14F-4D97-AF65-F5344CB8AC3E}">
        <p14:creationId xmlns:p14="http://schemas.microsoft.com/office/powerpoint/2010/main" val="38926251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xfrm>
            <a:off x="609600" y="6245225"/>
            <a:ext cx="2844800" cy="476250"/>
          </a:xfrm>
          <a:prstGeom prst="rect">
            <a:avLst/>
          </a:prstGeom>
        </p:spPr>
        <p:txBody>
          <a:bodyPr/>
          <a:lstStyle>
            <a:lvl1pPr>
              <a:defRPr/>
            </a:lvl1pPr>
          </a:lstStyle>
          <a:p>
            <a:fld id="{AE9E2E97-EAE7-4386-88DC-7364DDD24368}" type="datetimeFigureOut">
              <a:rPr lang="en-US" smtClean="0"/>
              <a:t>09-Jan-17</a:t>
            </a:fld>
            <a:endParaRPr lang="en-US"/>
          </a:p>
        </p:txBody>
      </p:sp>
      <p:sp>
        <p:nvSpPr>
          <p:cNvPr id="3" name="Rectangle 5"/>
          <p:cNvSpPr>
            <a:spLocks noGrp="1" noChangeArrowheads="1"/>
          </p:cNvSpPr>
          <p:nvPr>
            <p:ph type="ftr" sz="quarter" idx="11"/>
          </p:nvPr>
        </p:nvSpPr>
        <p:spPr>
          <a:xfrm>
            <a:off x="4165600" y="6245225"/>
            <a:ext cx="3860800" cy="476250"/>
          </a:xfrm>
          <a:prstGeom prst="rect">
            <a:avLst/>
          </a:prstGeom>
        </p:spPr>
        <p:txBody>
          <a:bodyPr/>
          <a:lstStyle>
            <a:lvl1pPr>
              <a:defRPr/>
            </a:lvl1pPr>
          </a:lstStyle>
          <a:p>
            <a:endParaRPr lang="en-US"/>
          </a:p>
        </p:txBody>
      </p:sp>
      <p:sp>
        <p:nvSpPr>
          <p:cNvPr id="4" name="Rectangle 6"/>
          <p:cNvSpPr>
            <a:spLocks noGrp="1" noChangeArrowheads="1"/>
          </p:cNvSpPr>
          <p:nvPr>
            <p:ph type="sldNum" sz="quarter" idx="12"/>
          </p:nvPr>
        </p:nvSpPr>
        <p:spPr>
          <a:xfrm>
            <a:off x="609600" y="5943601"/>
            <a:ext cx="10972800" cy="777875"/>
          </a:xfrm>
          <a:prstGeom prst="rect">
            <a:avLst/>
          </a:prstGeom>
        </p:spPr>
        <p:txBody>
          <a:bodyPr/>
          <a:lstStyle>
            <a:lvl1pPr>
              <a:defRPr/>
            </a:lvl1pPr>
          </a:lstStyle>
          <a:p>
            <a:fld id="{505757B2-8DB5-4878-898B-2C2E9FBEAE6B}" type="slidenum">
              <a:rPr lang="en-US" smtClean="0"/>
              <a:t>‹#›</a:t>
            </a:fld>
            <a:endParaRPr lang="en-US"/>
          </a:p>
        </p:txBody>
      </p:sp>
      <p:sp>
        <p:nvSpPr>
          <p:cNvPr id="5" name="Slide Number Placeholder 1"/>
          <p:cNvSpPr txBox="1">
            <a:spLocks/>
          </p:cNvSpPr>
          <p:nvPr/>
        </p:nvSpPr>
        <p:spPr>
          <a:xfrm>
            <a:off x="609600" y="5943601"/>
            <a:ext cx="10972800" cy="777875"/>
          </a:xfrm>
          <a:prstGeom prst="rect">
            <a:avLst/>
          </a:prstGeo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mn-ea"/>
                <a:cs typeface="Arial" charset="0"/>
              </a:defRPr>
            </a:lvl1pPr>
            <a:lvl2pPr marL="742950" indent="-285750" algn="l" defTabSz="914400" rtl="0" eaLnBrk="0" latinLnBrk="0" hangingPunct="0">
              <a:defRPr sz="1800" kern="1200">
                <a:solidFill>
                  <a:schemeClr val="tx1"/>
                </a:solidFill>
                <a:latin typeface="Arial" charset="0"/>
                <a:ea typeface="+mn-ea"/>
                <a:cs typeface="Arial" charset="0"/>
              </a:defRPr>
            </a:lvl2pPr>
            <a:lvl3pPr marL="1143000" indent="-228600" algn="l" defTabSz="914400" rtl="0" eaLnBrk="0" latinLnBrk="0" hangingPunct="0">
              <a:defRPr sz="1800" kern="1200">
                <a:solidFill>
                  <a:schemeClr val="tx1"/>
                </a:solidFill>
                <a:latin typeface="Arial" charset="0"/>
                <a:ea typeface="+mn-ea"/>
                <a:cs typeface="Arial" charset="0"/>
              </a:defRPr>
            </a:lvl3pPr>
            <a:lvl4pPr marL="1600200" indent="-228600" algn="l" defTabSz="914400" rtl="0" eaLnBrk="0" latinLnBrk="0" hangingPunct="0">
              <a:defRPr sz="1800" kern="1200">
                <a:solidFill>
                  <a:schemeClr val="tx1"/>
                </a:solidFill>
                <a:latin typeface="Arial" charset="0"/>
                <a:ea typeface="+mn-ea"/>
                <a:cs typeface="Arial" charset="0"/>
              </a:defRPr>
            </a:lvl4pPr>
            <a:lvl5pPr marL="2057400" indent="-228600" algn="l" defTabSz="914400" rtl="0" eaLnBrk="0" latinLnBrk="0" hangingPunct="0">
              <a:defRPr sz="1800" kern="1200">
                <a:solidFill>
                  <a:schemeClr val="tx1"/>
                </a:solidFill>
                <a:latin typeface="Arial" charset="0"/>
                <a:ea typeface="+mn-ea"/>
                <a:cs typeface="Arial" charset="0"/>
              </a:defRPr>
            </a:lvl5pPr>
            <a:lvl6pPr marL="2514600" indent="-228600" algn="l" defTabSz="914400" rtl="0" eaLnBrk="0" fontAlgn="base" latinLnBrk="0" hangingPunct="0">
              <a:spcBef>
                <a:spcPct val="0"/>
              </a:spcBef>
              <a:spcAft>
                <a:spcPct val="0"/>
              </a:spcAft>
              <a:defRPr sz="1800" kern="1200">
                <a:solidFill>
                  <a:schemeClr val="tx1"/>
                </a:solidFill>
                <a:latin typeface="Arial" charset="0"/>
                <a:ea typeface="+mn-ea"/>
                <a:cs typeface="Arial" charset="0"/>
              </a:defRPr>
            </a:lvl6pPr>
            <a:lvl7pPr marL="2971800" indent="-228600" algn="l" defTabSz="914400" rtl="0" eaLnBrk="0" fontAlgn="base" latinLnBrk="0" hangingPunct="0">
              <a:spcBef>
                <a:spcPct val="0"/>
              </a:spcBef>
              <a:spcAft>
                <a:spcPct val="0"/>
              </a:spcAft>
              <a:defRPr sz="1800" kern="1200">
                <a:solidFill>
                  <a:schemeClr val="tx1"/>
                </a:solidFill>
                <a:latin typeface="Arial" charset="0"/>
                <a:ea typeface="+mn-ea"/>
                <a:cs typeface="Arial" charset="0"/>
              </a:defRPr>
            </a:lvl7pPr>
            <a:lvl8pPr marL="3429000" indent="-228600" algn="l" defTabSz="914400" rtl="0" eaLnBrk="0" fontAlgn="base" latinLnBrk="0" hangingPunct="0">
              <a:spcBef>
                <a:spcPct val="0"/>
              </a:spcBef>
              <a:spcAft>
                <a:spcPct val="0"/>
              </a:spcAft>
              <a:defRPr sz="1800" kern="1200">
                <a:solidFill>
                  <a:schemeClr val="tx1"/>
                </a:solidFill>
                <a:latin typeface="Arial" charset="0"/>
                <a:ea typeface="+mn-ea"/>
                <a:cs typeface="Arial" charset="0"/>
              </a:defRPr>
            </a:lvl8pPr>
            <a:lvl9pPr marL="3886200" indent="-228600" algn="l" defTabSz="914400" rtl="0" eaLnBrk="0" fontAlgn="base" latinLnBrk="0" hangingPunct="0">
              <a:spcBef>
                <a:spcPct val="0"/>
              </a:spcBef>
              <a:spcAft>
                <a:spcPct val="0"/>
              </a:spcAft>
              <a:defRPr sz="1800" kern="1200">
                <a:solidFill>
                  <a:schemeClr val="tx1"/>
                </a:solidFill>
                <a:latin typeface="Arial" charset="0"/>
                <a:ea typeface="+mn-ea"/>
                <a:cs typeface="Arial" charset="0"/>
              </a:defRPr>
            </a:lvl9pPr>
          </a:lstStyle>
          <a:p>
            <a:pPr eaLnBrk="1" hangingPunct="1"/>
            <a:fld id="{BEC4B462-DC2D-47D4-8944-F81C2113999E}" type="slidenum">
              <a:rPr lang="en-US" sz="1800" smtClean="0"/>
              <a:pPr eaLnBrk="1" hangingPunct="1"/>
              <a:t>‹#›</a:t>
            </a:fld>
            <a:endParaRPr lang="en-US" sz="1800"/>
          </a:p>
        </p:txBody>
      </p:sp>
      <p:sp>
        <p:nvSpPr>
          <p:cNvPr id="7" name="TextBox 3"/>
          <p:cNvSpPr txBox="1">
            <a:spLocks noChangeArrowheads="1"/>
          </p:cNvSpPr>
          <p:nvPr/>
        </p:nvSpPr>
        <p:spPr bwMode="auto">
          <a:xfrm>
            <a:off x="304800" y="152401"/>
            <a:ext cx="5283200" cy="708025"/>
          </a:xfrm>
          <a:prstGeom prst="rect">
            <a:avLst/>
          </a:prstGeom>
          <a:solidFill>
            <a:schemeClr val="bg1">
              <a:alpha val="74901"/>
            </a:schemeClr>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s-ES" sz="4000" dirty="0"/>
              <a:t>Instructor </a:t>
            </a:r>
            <a:r>
              <a:rPr lang="es-ES" sz="4000" dirty="0" err="1"/>
              <a:t>Name</a:t>
            </a:r>
            <a:r>
              <a:rPr lang="es-ES" sz="4000" dirty="0"/>
              <a:t>:</a:t>
            </a:r>
          </a:p>
        </p:txBody>
      </p:sp>
      <p:sp>
        <p:nvSpPr>
          <p:cNvPr id="8" name="TextBox 3"/>
          <p:cNvSpPr txBox="1">
            <a:spLocks noChangeArrowheads="1"/>
          </p:cNvSpPr>
          <p:nvPr/>
        </p:nvSpPr>
        <p:spPr bwMode="auto">
          <a:xfrm>
            <a:off x="285752" y="873126"/>
            <a:ext cx="4692649" cy="1323975"/>
          </a:xfrm>
          <a:prstGeom prst="rect">
            <a:avLst/>
          </a:prstGeom>
          <a:solidFill>
            <a:schemeClr val="bg1">
              <a:alpha val="67058"/>
            </a:schemeClr>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4000" dirty="0"/>
              <a:t>Instructor ID #:</a:t>
            </a:r>
          </a:p>
          <a:p>
            <a:pPr eaLnBrk="1" hangingPunct="1"/>
            <a:r>
              <a:rPr lang="en-US" sz="4000" dirty="0"/>
              <a:t>Class ID #:  </a:t>
            </a:r>
            <a:endParaRPr lang="es-ES" sz="4000" dirty="0"/>
          </a:p>
        </p:txBody>
      </p:sp>
      <p:sp>
        <p:nvSpPr>
          <p:cNvPr id="9" name="Rectangle 4"/>
          <p:cNvSpPr>
            <a:spLocks noChangeArrowheads="1"/>
          </p:cNvSpPr>
          <p:nvPr/>
        </p:nvSpPr>
        <p:spPr bwMode="auto">
          <a:xfrm>
            <a:off x="3048000" y="4038601"/>
            <a:ext cx="4267515" cy="1569660"/>
          </a:xfrm>
          <a:prstGeom prst="rect">
            <a:avLst/>
          </a:prstGeom>
          <a:solidFill>
            <a:schemeClr val="bg1">
              <a:lumMod val="95000"/>
              <a:alpha val="51000"/>
            </a:schemeClr>
          </a:solidFill>
          <a:ln w="9525">
            <a:noFill/>
            <a:miter lim="800000"/>
            <a:headEnd/>
            <a:tailEnd/>
          </a:ln>
        </p:spPr>
        <p:txBody>
          <a:bodyPr wrap="none">
            <a:spAutoFit/>
          </a:bodyPr>
          <a:lstStyle/>
          <a:p>
            <a:pPr>
              <a:defRPr/>
            </a:pPr>
            <a:r>
              <a:rPr lang="en-US" sz="9600" b="1" dirty="0">
                <a:latin typeface="Edwardian Script ITC" pitchFamily="66" charset="0"/>
              </a:rPr>
              <a:t>Thank you!</a:t>
            </a:r>
            <a:endParaRPr lang="es-ES" sz="9600" b="1" dirty="0">
              <a:latin typeface="Edwardian Script ITC" pitchFamily="66" charset="0"/>
            </a:endParaRPr>
          </a:p>
        </p:txBody>
      </p:sp>
      <p:sp>
        <p:nvSpPr>
          <p:cNvPr id="12" name="Text Placeholder 11"/>
          <p:cNvSpPr>
            <a:spLocks noGrp="1"/>
          </p:cNvSpPr>
          <p:nvPr>
            <p:ph type="body" sz="quarter" idx="13"/>
          </p:nvPr>
        </p:nvSpPr>
        <p:spPr>
          <a:xfrm>
            <a:off x="5588000" y="304800"/>
            <a:ext cx="5791200" cy="533400"/>
          </a:xfrm>
        </p:spPr>
        <p:txBody>
          <a:bodyPr/>
          <a:lstStyle>
            <a:lvl1pPr marL="0" indent="0">
              <a:buNone/>
              <a:defRPr/>
            </a:lvl1pPr>
          </a:lstStyle>
          <a:p>
            <a:pPr lvl="0"/>
            <a:r>
              <a:rPr lang="en-US"/>
              <a:t>Click to edit Master text styles</a:t>
            </a:r>
          </a:p>
        </p:txBody>
      </p:sp>
      <p:sp>
        <p:nvSpPr>
          <p:cNvPr id="13" name="Text Placeholder 11"/>
          <p:cNvSpPr>
            <a:spLocks noGrp="1"/>
          </p:cNvSpPr>
          <p:nvPr>
            <p:ph type="body" sz="quarter" idx="14"/>
          </p:nvPr>
        </p:nvSpPr>
        <p:spPr>
          <a:xfrm>
            <a:off x="5080000" y="990600"/>
            <a:ext cx="5791200" cy="533400"/>
          </a:xfrm>
        </p:spPr>
        <p:txBody>
          <a:bodyPr/>
          <a:lstStyle>
            <a:lvl1pPr marL="0" indent="0">
              <a:buNone/>
              <a:defRPr/>
            </a:lvl1pPr>
          </a:lstStyle>
          <a:p>
            <a:pPr lvl="0"/>
            <a:r>
              <a:rPr lang="en-US"/>
              <a:t>Click to edit Master text styles</a:t>
            </a:r>
          </a:p>
        </p:txBody>
      </p:sp>
      <p:sp>
        <p:nvSpPr>
          <p:cNvPr id="14" name="Text Placeholder 11"/>
          <p:cNvSpPr>
            <a:spLocks noGrp="1"/>
          </p:cNvSpPr>
          <p:nvPr>
            <p:ph type="body" sz="quarter" idx="15"/>
          </p:nvPr>
        </p:nvSpPr>
        <p:spPr>
          <a:xfrm>
            <a:off x="3860800" y="1600200"/>
            <a:ext cx="5791200" cy="533400"/>
          </a:xfrm>
        </p:spPr>
        <p:txBody>
          <a:bodyPr/>
          <a:lstStyle>
            <a:lvl1pPr marL="0" indent="0">
              <a:buNone/>
              <a:defRPr/>
            </a:lvl1pPr>
          </a:lstStyle>
          <a:p>
            <a:pPr lvl="0"/>
            <a:r>
              <a:rPr lang="en-US"/>
              <a:t>Click to edit Master text styles</a:t>
            </a:r>
          </a:p>
        </p:txBody>
      </p:sp>
    </p:spTree>
    <p:extLst>
      <p:ext uri="{BB962C8B-B14F-4D97-AF65-F5344CB8AC3E}">
        <p14:creationId xmlns:p14="http://schemas.microsoft.com/office/powerpoint/2010/main" val="14221254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Questions">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xfrm>
            <a:off x="609600" y="6245225"/>
            <a:ext cx="2844800" cy="476250"/>
          </a:xfrm>
          <a:prstGeom prst="rect">
            <a:avLst/>
          </a:prstGeom>
        </p:spPr>
        <p:txBody>
          <a:bodyPr/>
          <a:lstStyle>
            <a:lvl1pPr>
              <a:defRPr/>
            </a:lvl1pPr>
          </a:lstStyle>
          <a:p>
            <a:fld id="{AE9E2E97-EAE7-4386-88DC-7364DDD24368}" type="datetimeFigureOut">
              <a:rPr lang="en-US" smtClean="0"/>
              <a:t>09-Jan-17</a:t>
            </a:fld>
            <a:endParaRPr lang="en-US"/>
          </a:p>
        </p:txBody>
      </p:sp>
      <p:sp>
        <p:nvSpPr>
          <p:cNvPr id="3" name="Rectangle 5"/>
          <p:cNvSpPr>
            <a:spLocks noGrp="1" noChangeArrowheads="1"/>
          </p:cNvSpPr>
          <p:nvPr>
            <p:ph type="ftr" sz="quarter" idx="11"/>
          </p:nvPr>
        </p:nvSpPr>
        <p:spPr>
          <a:xfrm>
            <a:off x="4165600" y="6245225"/>
            <a:ext cx="3860800" cy="476250"/>
          </a:xfrm>
          <a:prstGeom prst="rect">
            <a:avLst/>
          </a:prstGeom>
        </p:spPr>
        <p:txBody>
          <a:bodyPr/>
          <a:lstStyle>
            <a:lvl1pPr>
              <a:defRPr/>
            </a:lvl1pPr>
          </a:lstStyle>
          <a:p>
            <a:endParaRPr lang="en-US"/>
          </a:p>
        </p:txBody>
      </p:sp>
      <p:sp>
        <p:nvSpPr>
          <p:cNvPr id="4" name="Rectangle 6"/>
          <p:cNvSpPr>
            <a:spLocks noGrp="1" noChangeArrowheads="1"/>
          </p:cNvSpPr>
          <p:nvPr>
            <p:ph type="sldNum" sz="quarter" idx="12"/>
          </p:nvPr>
        </p:nvSpPr>
        <p:spPr>
          <a:xfrm>
            <a:off x="609600" y="5943601"/>
            <a:ext cx="10972800" cy="777875"/>
          </a:xfrm>
          <a:prstGeom prst="rect">
            <a:avLst/>
          </a:prstGeom>
        </p:spPr>
        <p:txBody>
          <a:bodyPr/>
          <a:lstStyle>
            <a:lvl1pPr>
              <a:defRPr/>
            </a:lvl1pPr>
          </a:lstStyle>
          <a:p>
            <a:fld id="{505757B2-8DB5-4878-898B-2C2E9FBEAE6B}" type="slidenum">
              <a:rPr lang="en-US" smtClean="0"/>
              <a:t>‹#›</a:t>
            </a:fld>
            <a:endParaRPr lang="en-US"/>
          </a:p>
        </p:txBody>
      </p:sp>
      <p:sp>
        <p:nvSpPr>
          <p:cNvPr id="7" name="Title 1"/>
          <p:cNvSpPr txBox="1">
            <a:spLocks/>
          </p:cNvSpPr>
          <p:nvPr/>
        </p:nvSpPr>
        <p:spPr bwMode="auto">
          <a:xfrm>
            <a:off x="1016000" y="4419601"/>
            <a:ext cx="10363200" cy="13620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l" rtl="0" eaLnBrk="1" fontAlgn="base" hangingPunct="1">
              <a:spcBef>
                <a:spcPct val="0"/>
              </a:spcBef>
              <a:spcAft>
                <a:spcPct val="0"/>
              </a:spcAft>
              <a:defRPr sz="4000" b="1" cap="all">
                <a:solidFill>
                  <a:srgbClr val="004990"/>
                </a:solidFill>
                <a:latin typeface="+mj-lt"/>
                <a:ea typeface="+mj-ea"/>
                <a:cs typeface="+mj-cs"/>
              </a:defRPr>
            </a:lvl1pPr>
            <a:lvl2pPr algn="ctr" rtl="0" eaLnBrk="1" fontAlgn="base" hangingPunct="1">
              <a:spcBef>
                <a:spcPct val="0"/>
              </a:spcBef>
              <a:spcAft>
                <a:spcPct val="0"/>
              </a:spcAft>
              <a:defRPr sz="4400">
                <a:solidFill>
                  <a:srgbClr val="004990"/>
                </a:solidFill>
                <a:latin typeface="Arial Black" pitchFamily="34" charset="0"/>
              </a:defRPr>
            </a:lvl2pPr>
            <a:lvl3pPr algn="ctr" rtl="0" eaLnBrk="1" fontAlgn="base" hangingPunct="1">
              <a:spcBef>
                <a:spcPct val="0"/>
              </a:spcBef>
              <a:spcAft>
                <a:spcPct val="0"/>
              </a:spcAft>
              <a:defRPr sz="4400">
                <a:solidFill>
                  <a:srgbClr val="004990"/>
                </a:solidFill>
                <a:latin typeface="Arial Black" pitchFamily="34" charset="0"/>
              </a:defRPr>
            </a:lvl3pPr>
            <a:lvl4pPr algn="ctr" rtl="0" eaLnBrk="1" fontAlgn="base" hangingPunct="1">
              <a:spcBef>
                <a:spcPct val="0"/>
              </a:spcBef>
              <a:spcAft>
                <a:spcPct val="0"/>
              </a:spcAft>
              <a:defRPr sz="4400">
                <a:solidFill>
                  <a:srgbClr val="004990"/>
                </a:solidFill>
                <a:latin typeface="Arial Black" pitchFamily="34" charset="0"/>
              </a:defRPr>
            </a:lvl4pPr>
            <a:lvl5pPr algn="ctr" rtl="0" eaLnBrk="1" fontAlgn="base" hangingPunct="1">
              <a:spcBef>
                <a:spcPct val="0"/>
              </a:spcBef>
              <a:spcAft>
                <a:spcPct val="0"/>
              </a:spcAft>
              <a:defRPr sz="4400">
                <a:solidFill>
                  <a:srgbClr val="004990"/>
                </a:solidFill>
                <a:latin typeface="Arial Black" pitchFamily="34" charset="0"/>
              </a:defRPr>
            </a:lvl5pPr>
            <a:lvl6pPr marL="457200" algn="ctr" rtl="0" eaLnBrk="1" fontAlgn="base" hangingPunct="1">
              <a:spcBef>
                <a:spcPct val="0"/>
              </a:spcBef>
              <a:spcAft>
                <a:spcPct val="0"/>
              </a:spcAft>
              <a:defRPr sz="4400">
                <a:solidFill>
                  <a:srgbClr val="004990"/>
                </a:solidFill>
                <a:latin typeface="Arial Black" pitchFamily="34" charset="0"/>
              </a:defRPr>
            </a:lvl6pPr>
            <a:lvl7pPr marL="914400" algn="ctr" rtl="0" eaLnBrk="1" fontAlgn="base" hangingPunct="1">
              <a:spcBef>
                <a:spcPct val="0"/>
              </a:spcBef>
              <a:spcAft>
                <a:spcPct val="0"/>
              </a:spcAft>
              <a:defRPr sz="4400">
                <a:solidFill>
                  <a:srgbClr val="004990"/>
                </a:solidFill>
                <a:latin typeface="Arial Black" pitchFamily="34" charset="0"/>
              </a:defRPr>
            </a:lvl7pPr>
            <a:lvl8pPr marL="1371600" algn="ctr" rtl="0" eaLnBrk="1" fontAlgn="base" hangingPunct="1">
              <a:spcBef>
                <a:spcPct val="0"/>
              </a:spcBef>
              <a:spcAft>
                <a:spcPct val="0"/>
              </a:spcAft>
              <a:defRPr sz="4400">
                <a:solidFill>
                  <a:srgbClr val="004990"/>
                </a:solidFill>
                <a:latin typeface="Arial Black" pitchFamily="34" charset="0"/>
              </a:defRPr>
            </a:lvl8pPr>
            <a:lvl9pPr marL="1828800" algn="ctr" rtl="0" eaLnBrk="1" fontAlgn="base" hangingPunct="1">
              <a:spcBef>
                <a:spcPct val="0"/>
              </a:spcBef>
              <a:spcAft>
                <a:spcPct val="0"/>
              </a:spcAft>
              <a:defRPr sz="4400">
                <a:solidFill>
                  <a:srgbClr val="004990"/>
                </a:solidFill>
                <a:latin typeface="Arial Black" pitchFamily="34" charset="0"/>
              </a:defRPr>
            </a:lvl9pPr>
          </a:lstStyle>
          <a:p>
            <a:r>
              <a:rPr lang="en-US" sz="4000" kern="0" dirty="0"/>
              <a:t>Questions?</a:t>
            </a:r>
          </a:p>
        </p:txBody>
      </p:sp>
    </p:spTree>
    <p:extLst>
      <p:ext uri="{BB962C8B-B14F-4D97-AF65-F5344CB8AC3E}">
        <p14:creationId xmlns:p14="http://schemas.microsoft.com/office/powerpoint/2010/main" val="2158854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noChangeArrowheads="1"/>
          </p:cNvSpPr>
          <p:nvPr>
            <p:ph type="dt" sz="half" idx="10"/>
          </p:nvPr>
        </p:nvSpPr>
        <p:spPr>
          <a:xfrm>
            <a:off x="609600" y="6245225"/>
            <a:ext cx="2844800" cy="476250"/>
          </a:xfrm>
          <a:prstGeom prst="rect">
            <a:avLst/>
          </a:prstGeom>
        </p:spPr>
        <p:txBody>
          <a:bodyPr/>
          <a:lstStyle>
            <a:lvl1pPr>
              <a:defRPr/>
            </a:lvl1pPr>
          </a:lstStyle>
          <a:p>
            <a:fld id="{AE9E2E97-EAE7-4386-88DC-7364DDD24368}" type="datetimeFigureOut">
              <a:rPr lang="en-US" smtClean="0"/>
              <a:t>09-Jan-17</a:t>
            </a:fld>
            <a:endParaRPr lang="en-US"/>
          </a:p>
        </p:txBody>
      </p:sp>
      <p:sp>
        <p:nvSpPr>
          <p:cNvPr id="6" name="Footer Placeholder 5"/>
          <p:cNvSpPr>
            <a:spLocks noGrp="1" noChangeArrowheads="1"/>
          </p:cNvSpPr>
          <p:nvPr>
            <p:ph type="ftr" sz="quarter" idx="11"/>
          </p:nvPr>
        </p:nvSpPr>
        <p:spPr>
          <a:xfrm>
            <a:off x="4165600" y="6245225"/>
            <a:ext cx="3860800" cy="476250"/>
          </a:xfrm>
          <a:prstGeom prst="rect">
            <a:avLst/>
          </a:prstGeom>
        </p:spPr>
        <p:txBody>
          <a:bodyPr/>
          <a:lstStyle>
            <a:lvl1pPr>
              <a:defRPr/>
            </a:lvl1pPr>
          </a:lstStyle>
          <a:p>
            <a:endParaRPr lang="en-US"/>
          </a:p>
        </p:txBody>
      </p:sp>
      <p:sp>
        <p:nvSpPr>
          <p:cNvPr id="7" name="Slide Number Placeholder 6"/>
          <p:cNvSpPr>
            <a:spLocks noGrp="1" noChangeArrowheads="1"/>
          </p:cNvSpPr>
          <p:nvPr>
            <p:ph type="sldNum" sz="quarter" idx="12"/>
          </p:nvPr>
        </p:nvSpPr>
        <p:spPr>
          <a:xfrm>
            <a:off x="609600" y="5943601"/>
            <a:ext cx="10972800" cy="777875"/>
          </a:xfrm>
          <a:prstGeom prst="rect">
            <a:avLst/>
          </a:prstGeom>
        </p:spPr>
        <p:txBody>
          <a:bodyPr/>
          <a:lstStyle>
            <a:lvl1pPr>
              <a:defRPr/>
            </a:lvl1pPr>
          </a:lstStyle>
          <a:p>
            <a:fld id="{505757B2-8DB5-4878-898B-2C2E9FBEAE6B}" type="slidenum">
              <a:rPr lang="en-US" smtClean="0"/>
              <a:t>‹#›</a:t>
            </a:fld>
            <a:endParaRPr lang="en-US"/>
          </a:p>
        </p:txBody>
      </p:sp>
    </p:spTree>
    <p:extLst>
      <p:ext uri="{BB962C8B-B14F-4D97-AF65-F5344CB8AC3E}">
        <p14:creationId xmlns:p14="http://schemas.microsoft.com/office/powerpoint/2010/main" val="37949414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noChangeArrowheads="1"/>
          </p:cNvSpPr>
          <p:nvPr>
            <p:ph type="dt" sz="half" idx="10"/>
          </p:nvPr>
        </p:nvSpPr>
        <p:spPr>
          <a:xfrm>
            <a:off x="609600" y="6245225"/>
            <a:ext cx="2844800" cy="476250"/>
          </a:xfrm>
          <a:prstGeom prst="rect">
            <a:avLst/>
          </a:prstGeom>
        </p:spPr>
        <p:txBody>
          <a:bodyPr/>
          <a:lstStyle>
            <a:lvl1pPr>
              <a:defRPr/>
            </a:lvl1pPr>
          </a:lstStyle>
          <a:p>
            <a:fld id="{AE9E2E97-EAE7-4386-88DC-7364DDD24368}" type="datetimeFigureOut">
              <a:rPr lang="en-US" smtClean="0"/>
              <a:t>09-Jan-17</a:t>
            </a:fld>
            <a:endParaRPr lang="en-US"/>
          </a:p>
        </p:txBody>
      </p:sp>
      <p:sp>
        <p:nvSpPr>
          <p:cNvPr id="6" name="Footer Placeholder 5"/>
          <p:cNvSpPr>
            <a:spLocks noGrp="1" noChangeArrowheads="1"/>
          </p:cNvSpPr>
          <p:nvPr>
            <p:ph type="ftr" sz="quarter" idx="11"/>
          </p:nvPr>
        </p:nvSpPr>
        <p:spPr>
          <a:xfrm>
            <a:off x="4165600" y="6245225"/>
            <a:ext cx="3860800" cy="476250"/>
          </a:xfrm>
          <a:prstGeom prst="rect">
            <a:avLst/>
          </a:prstGeom>
        </p:spPr>
        <p:txBody>
          <a:bodyPr/>
          <a:lstStyle>
            <a:lvl1pPr>
              <a:defRPr/>
            </a:lvl1pPr>
          </a:lstStyle>
          <a:p>
            <a:endParaRPr lang="en-US"/>
          </a:p>
        </p:txBody>
      </p:sp>
      <p:sp>
        <p:nvSpPr>
          <p:cNvPr id="7" name="Slide Number Placeholder 6"/>
          <p:cNvSpPr>
            <a:spLocks noGrp="1" noChangeArrowheads="1"/>
          </p:cNvSpPr>
          <p:nvPr>
            <p:ph type="sldNum" sz="quarter" idx="12"/>
          </p:nvPr>
        </p:nvSpPr>
        <p:spPr>
          <a:xfrm>
            <a:off x="609600" y="5943601"/>
            <a:ext cx="10972800" cy="777875"/>
          </a:xfrm>
          <a:prstGeom prst="rect">
            <a:avLst/>
          </a:prstGeom>
        </p:spPr>
        <p:txBody>
          <a:bodyPr/>
          <a:lstStyle>
            <a:lvl1pPr>
              <a:defRPr/>
            </a:lvl1pPr>
          </a:lstStyle>
          <a:p>
            <a:fld id="{505757B2-8DB5-4878-898B-2C2E9FBEAE6B}" type="slidenum">
              <a:rPr lang="en-US" smtClean="0"/>
              <a:t>‹#›</a:t>
            </a:fld>
            <a:endParaRPr lang="en-US"/>
          </a:p>
        </p:txBody>
      </p:sp>
    </p:spTree>
    <p:extLst>
      <p:ext uri="{BB962C8B-B14F-4D97-AF65-F5344CB8AC3E}">
        <p14:creationId xmlns:p14="http://schemas.microsoft.com/office/powerpoint/2010/main" val="8160449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p>
        </p:txBody>
      </p:sp>
      <p:sp>
        <p:nvSpPr>
          <p:cNvPr id="3" name="Text Placeholder 2"/>
          <p:cNvSpPr>
            <a:spLocks noGrp="1"/>
          </p:cNvSpPr>
          <p:nvPr>
            <p:ph type="body" sz="half" idx="1"/>
          </p:nvPr>
        </p:nvSpPr>
        <p:spPr>
          <a:xfrm>
            <a:off x="609600" y="1600200"/>
            <a:ext cx="5384800" cy="3962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0"/>
            <a:ext cx="5384800" cy="3962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noChangeArrowheads="1"/>
          </p:cNvSpPr>
          <p:nvPr>
            <p:ph type="dt" sz="half" idx="10"/>
          </p:nvPr>
        </p:nvSpPr>
        <p:spPr>
          <a:xfrm>
            <a:off x="609600" y="6245225"/>
            <a:ext cx="2844800" cy="476250"/>
          </a:xfrm>
          <a:prstGeom prst="rect">
            <a:avLst/>
          </a:prstGeom>
        </p:spPr>
        <p:txBody>
          <a:bodyPr/>
          <a:lstStyle>
            <a:lvl1pPr>
              <a:defRPr/>
            </a:lvl1pPr>
          </a:lstStyle>
          <a:p>
            <a:fld id="{AE9E2E97-EAE7-4386-88DC-7364DDD24368}" type="datetimeFigureOut">
              <a:rPr lang="en-US" smtClean="0"/>
              <a:t>09-Jan-17</a:t>
            </a:fld>
            <a:endParaRPr lang="en-US"/>
          </a:p>
        </p:txBody>
      </p:sp>
      <p:sp>
        <p:nvSpPr>
          <p:cNvPr id="6" name="Footer Placeholder 5"/>
          <p:cNvSpPr>
            <a:spLocks noGrp="1" noChangeArrowheads="1"/>
          </p:cNvSpPr>
          <p:nvPr>
            <p:ph type="ftr" sz="quarter" idx="11"/>
          </p:nvPr>
        </p:nvSpPr>
        <p:spPr>
          <a:xfrm>
            <a:off x="4165600" y="6245225"/>
            <a:ext cx="3860800" cy="476250"/>
          </a:xfrm>
          <a:prstGeom prst="rect">
            <a:avLst/>
          </a:prstGeom>
        </p:spPr>
        <p:txBody>
          <a:bodyPr/>
          <a:lstStyle>
            <a:lvl1pPr>
              <a:defRPr/>
            </a:lvl1pPr>
          </a:lstStyle>
          <a:p>
            <a:endParaRPr lang="en-US"/>
          </a:p>
        </p:txBody>
      </p:sp>
      <p:sp>
        <p:nvSpPr>
          <p:cNvPr id="7" name="Slide Number Placeholder 6"/>
          <p:cNvSpPr>
            <a:spLocks noGrp="1" noChangeArrowheads="1"/>
          </p:cNvSpPr>
          <p:nvPr>
            <p:ph type="sldNum" sz="quarter" idx="12"/>
          </p:nvPr>
        </p:nvSpPr>
        <p:spPr>
          <a:xfrm>
            <a:off x="609600" y="5943601"/>
            <a:ext cx="10972800" cy="777875"/>
          </a:xfrm>
          <a:prstGeom prst="rect">
            <a:avLst/>
          </a:prstGeom>
        </p:spPr>
        <p:txBody>
          <a:bodyPr/>
          <a:lstStyle>
            <a:lvl1pPr>
              <a:defRPr/>
            </a:lvl1pPr>
          </a:lstStyle>
          <a:p>
            <a:fld id="{505757B2-8DB5-4878-898B-2C2E9FBEAE6B}" type="slidenum">
              <a:rPr lang="en-US" smtClean="0"/>
              <a:t>‹#›</a:t>
            </a:fld>
            <a:endParaRPr lang="en-US"/>
          </a:p>
        </p:txBody>
      </p:sp>
    </p:spTree>
    <p:extLst>
      <p:ext uri="{BB962C8B-B14F-4D97-AF65-F5344CB8AC3E}">
        <p14:creationId xmlns:p14="http://schemas.microsoft.com/office/powerpoint/2010/main" val="20565817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x" preserve="1">
  <p:cSld name="Title,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p>
        </p:txBody>
      </p:sp>
      <p:sp>
        <p:nvSpPr>
          <p:cNvPr id="3" name="Content Placeholder 2"/>
          <p:cNvSpPr>
            <a:spLocks noGrp="1"/>
          </p:cNvSpPr>
          <p:nvPr>
            <p:ph sz="half" idx="1"/>
          </p:nvPr>
        </p:nvSpPr>
        <p:spPr>
          <a:xfrm>
            <a:off x="609600" y="1600200"/>
            <a:ext cx="5384800" cy="3962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197600" y="1600200"/>
            <a:ext cx="5384800" cy="3962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noChangeArrowheads="1"/>
          </p:cNvSpPr>
          <p:nvPr>
            <p:ph type="dt" sz="half" idx="10"/>
          </p:nvPr>
        </p:nvSpPr>
        <p:spPr>
          <a:xfrm>
            <a:off x="609600" y="6245225"/>
            <a:ext cx="2844800" cy="476250"/>
          </a:xfrm>
          <a:prstGeom prst="rect">
            <a:avLst/>
          </a:prstGeom>
        </p:spPr>
        <p:txBody>
          <a:bodyPr/>
          <a:lstStyle>
            <a:lvl1pPr>
              <a:defRPr/>
            </a:lvl1pPr>
          </a:lstStyle>
          <a:p>
            <a:fld id="{AE9E2E97-EAE7-4386-88DC-7364DDD24368}" type="datetimeFigureOut">
              <a:rPr lang="en-US" smtClean="0"/>
              <a:t>09-Jan-17</a:t>
            </a:fld>
            <a:endParaRPr lang="en-US"/>
          </a:p>
        </p:txBody>
      </p:sp>
      <p:sp>
        <p:nvSpPr>
          <p:cNvPr id="6" name="Footer Placeholder 5"/>
          <p:cNvSpPr>
            <a:spLocks noGrp="1" noChangeArrowheads="1"/>
          </p:cNvSpPr>
          <p:nvPr>
            <p:ph type="ftr" sz="quarter" idx="11"/>
          </p:nvPr>
        </p:nvSpPr>
        <p:spPr>
          <a:xfrm>
            <a:off x="4165600" y="6245225"/>
            <a:ext cx="3860800" cy="476250"/>
          </a:xfrm>
          <a:prstGeom prst="rect">
            <a:avLst/>
          </a:prstGeom>
        </p:spPr>
        <p:txBody>
          <a:bodyPr/>
          <a:lstStyle>
            <a:lvl1pPr>
              <a:defRPr/>
            </a:lvl1pPr>
          </a:lstStyle>
          <a:p>
            <a:endParaRPr lang="en-US"/>
          </a:p>
        </p:txBody>
      </p:sp>
      <p:sp>
        <p:nvSpPr>
          <p:cNvPr id="7" name="Slide Number Placeholder 6"/>
          <p:cNvSpPr>
            <a:spLocks noGrp="1" noChangeArrowheads="1"/>
          </p:cNvSpPr>
          <p:nvPr>
            <p:ph type="sldNum" sz="quarter" idx="12"/>
          </p:nvPr>
        </p:nvSpPr>
        <p:spPr>
          <a:xfrm>
            <a:off x="609600" y="5943601"/>
            <a:ext cx="10972800" cy="777875"/>
          </a:xfrm>
          <a:prstGeom prst="rect">
            <a:avLst/>
          </a:prstGeom>
        </p:spPr>
        <p:txBody>
          <a:bodyPr/>
          <a:lstStyle>
            <a:lvl1pPr>
              <a:defRPr/>
            </a:lvl1pPr>
          </a:lstStyle>
          <a:p>
            <a:fld id="{505757B2-8DB5-4878-898B-2C2E9FBEAE6B}" type="slidenum">
              <a:rPr lang="en-US" smtClean="0"/>
              <a:t>‹#›</a:t>
            </a:fld>
            <a:endParaRPr lang="en-US"/>
          </a:p>
        </p:txBody>
      </p:sp>
    </p:spTree>
    <p:extLst>
      <p:ext uri="{BB962C8B-B14F-4D97-AF65-F5344CB8AC3E}">
        <p14:creationId xmlns:p14="http://schemas.microsoft.com/office/powerpoint/2010/main" val="295407955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609600" y="6245225"/>
            <a:ext cx="2844800" cy="476250"/>
          </a:xfrm>
          <a:prstGeom prst="rect">
            <a:avLst/>
          </a:prstGeom>
        </p:spPr>
        <p:txBody>
          <a:bodyPr/>
          <a:lstStyle>
            <a:lvl1pPr>
              <a:defRPr/>
            </a:lvl1pPr>
          </a:lstStyle>
          <a:p>
            <a:fld id="{AE9E2E97-EAE7-4386-88DC-7364DDD24368}" type="datetimeFigureOut">
              <a:rPr lang="en-US" smtClean="0"/>
              <a:t>09-Jan-17</a:t>
            </a:fld>
            <a:endParaRPr lang="en-US"/>
          </a:p>
        </p:txBody>
      </p:sp>
      <p:sp>
        <p:nvSpPr>
          <p:cNvPr id="4" name="Footer Placeholder 3"/>
          <p:cNvSpPr>
            <a:spLocks noGrp="1"/>
          </p:cNvSpPr>
          <p:nvPr>
            <p:ph type="ftr" sz="quarter" idx="11"/>
          </p:nvPr>
        </p:nvSpPr>
        <p:spPr>
          <a:xfrm>
            <a:off x="4165600" y="6245225"/>
            <a:ext cx="3860800" cy="476250"/>
          </a:xfrm>
          <a:prstGeom prst="rect">
            <a:avLst/>
          </a:prstGeom>
        </p:spPr>
        <p:txBody>
          <a:bodyPr/>
          <a:lstStyle>
            <a:lvl1pPr>
              <a:defRPr/>
            </a:lvl1pPr>
          </a:lstStyle>
          <a:p>
            <a:endParaRPr lang="en-US"/>
          </a:p>
        </p:txBody>
      </p:sp>
      <p:sp>
        <p:nvSpPr>
          <p:cNvPr id="5" name="Slide Number Placeholder 4"/>
          <p:cNvSpPr>
            <a:spLocks noGrp="1"/>
          </p:cNvSpPr>
          <p:nvPr>
            <p:ph type="sldNum" sz="quarter" idx="12"/>
          </p:nvPr>
        </p:nvSpPr>
        <p:spPr>
          <a:xfrm>
            <a:off x="609600" y="5943601"/>
            <a:ext cx="10972800" cy="777875"/>
          </a:xfrm>
          <a:prstGeom prst="rect">
            <a:avLst/>
          </a:prstGeom>
        </p:spPr>
        <p:txBody>
          <a:bodyPr/>
          <a:lstStyle>
            <a:lvl1pPr>
              <a:defRPr/>
            </a:lvl1pPr>
          </a:lstStyle>
          <a:p>
            <a:fld id="{505757B2-8DB5-4878-898B-2C2E9FBEAE6B}" type="slidenum">
              <a:rPr lang="en-US" smtClean="0"/>
              <a:t>‹#›</a:t>
            </a:fld>
            <a:endParaRPr lang="en-US"/>
          </a:p>
        </p:txBody>
      </p:sp>
    </p:spTree>
    <p:extLst>
      <p:ext uri="{BB962C8B-B14F-4D97-AF65-F5344CB8AC3E}">
        <p14:creationId xmlns:p14="http://schemas.microsoft.com/office/powerpoint/2010/main" val="34269003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1727200" y="1600201"/>
            <a:ext cx="98552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itle 14"/>
          <p:cNvSpPr>
            <a:spLocks noGrp="1"/>
          </p:cNvSpPr>
          <p:nvPr>
            <p:ph type="title"/>
          </p:nvPr>
        </p:nvSpPr>
        <p:spPr/>
        <p:txBody>
          <a:bodyPr/>
          <a:lstStyle/>
          <a:p>
            <a:r>
              <a:rPr lang="en-US"/>
              <a:t>Click to edit Master title style</a:t>
            </a:r>
          </a:p>
        </p:txBody>
      </p:sp>
      <p:sp>
        <p:nvSpPr>
          <p:cNvPr id="4" name="Footer Placeholder 13"/>
          <p:cNvSpPr>
            <a:spLocks noGrp="1"/>
          </p:cNvSpPr>
          <p:nvPr>
            <p:ph type="ftr" sz="quarter" idx="10"/>
            <p:custDataLst>
              <p:tags r:id="rId1"/>
            </p:custDataLst>
          </p:nvPr>
        </p:nvSpPr>
        <p:spPr>
          <a:xfrm>
            <a:off x="2336800" y="6324601"/>
            <a:ext cx="6400800" cy="365125"/>
          </a:xfrm>
          <a:prstGeom prst="rect">
            <a:avLst/>
          </a:prstGeom>
        </p:spPr>
        <p:txBody>
          <a:bodyPr/>
          <a:lstStyle>
            <a:lvl1pPr>
              <a:defRPr/>
            </a:lvl1pPr>
          </a:lstStyle>
          <a:p>
            <a:endParaRPr lang="en-US"/>
          </a:p>
        </p:txBody>
      </p:sp>
      <p:sp>
        <p:nvSpPr>
          <p:cNvPr id="5" name="Slide Number Placeholder 12"/>
          <p:cNvSpPr>
            <a:spLocks noGrp="1"/>
          </p:cNvSpPr>
          <p:nvPr>
            <p:ph type="sldNum" sz="quarter" idx="11"/>
            <p:custDataLst>
              <p:tags r:id="rId2"/>
            </p:custDataLst>
          </p:nvPr>
        </p:nvSpPr>
        <p:spPr>
          <a:xfrm>
            <a:off x="8636000" y="6400801"/>
            <a:ext cx="2844800" cy="365125"/>
          </a:xfrm>
          <a:prstGeom prst="rect">
            <a:avLst/>
          </a:prstGeom>
        </p:spPr>
        <p:txBody>
          <a:bodyPr/>
          <a:lstStyle>
            <a:lvl1pPr fontAlgn="base">
              <a:spcBef>
                <a:spcPct val="0"/>
              </a:spcBef>
              <a:spcAft>
                <a:spcPct val="0"/>
              </a:spcAft>
              <a:defRPr>
                <a:solidFill>
                  <a:srgbClr val="898989"/>
                </a:solidFill>
              </a:defRPr>
            </a:lvl1pPr>
          </a:lstStyle>
          <a:p>
            <a:fld id="{505757B2-8DB5-4878-898B-2C2E9FBEAE6B}" type="slidenum">
              <a:rPr lang="en-US" smtClean="0"/>
              <a:t>‹#›</a:t>
            </a:fld>
            <a:endParaRPr lang="en-US"/>
          </a:p>
        </p:txBody>
      </p:sp>
    </p:spTree>
    <p:extLst>
      <p:ext uri="{BB962C8B-B14F-4D97-AF65-F5344CB8AC3E}">
        <p14:creationId xmlns:p14="http://schemas.microsoft.com/office/powerpoint/2010/main" val="149257289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447801"/>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40386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xfrm>
            <a:off x="609600" y="6245225"/>
            <a:ext cx="2844800" cy="476250"/>
          </a:xfrm>
          <a:prstGeom prst="rect">
            <a:avLst/>
          </a:prstGeom>
        </p:spPr>
        <p:txBody>
          <a:bodyPr/>
          <a:lstStyle>
            <a:lvl1pPr>
              <a:defRPr/>
            </a:lvl1pPr>
          </a:lstStyle>
          <a:p>
            <a:fld id="{AE9E2E97-EAE7-4386-88DC-7364DDD24368}" type="datetimeFigureOut">
              <a:rPr lang="en-US" smtClean="0"/>
              <a:t>09-Jan-17</a:t>
            </a:fld>
            <a:endParaRPr lang="en-US"/>
          </a:p>
        </p:txBody>
      </p:sp>
      <p:sp>
        <p:nvSpPr>
          <p:cNvPr id="5" name="Rectangle 5"/>
          <p:cNvSpPr>
            <a:spLocks noGrp="1" noChangeArrowheads="1"/>
          </p:cNvSpPr>
          <p:nvPr>
            <p:ph type="ftr" sz="quarter" idx="11"/>
          </p:nvPr>
        </p:nvSpPr>
        <p:spPr>
          <a:xfrm>
            <a:off x="4165600" y="6245225"/>
            <a:ext cx="3860800" cy="476250"/>
          </a:xfrm>
          <a:prstGeom prst="rect">
            <a:avLst/>
          </a:prstGeom>
        </p:spPr>
        <p:txBody>
          <a:bodyPr/>
          <a:lstStyle>
            <a:lvl1pPr>
              <a:defRPr/>
            </a:lvl1pPr>
          </a:lstStyle>
          <a:p>
            <a:endParaRPr lang="en-US"/>
          </a:p>
        </p:txBody>
      </p:sp>
      <p:pic>
        <p:nvPicPr>
          <p:cNvPr id="6" name="Picture 5" descr="CNM logo_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68800" y="1"/>
            <a:ext cx="3403600" cy="12668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328642282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noFill/>
          <a:ln>
            <a:noFill/>
          </a:ln>
        </p:spPr>
        <p:txBody>
          <a:bodyPr vert="horz" wrap="square" lIns="91440" tIns="45720" rIns="91440" bIns="45720" numCol="1" anchor="ctr" anchorCtr="0" compatLnSpc="1">
            <a:prstTxWarp prst="textNoShape">
              <a:avLst/>
            </a:prstTxWarp>
          </a:bodyPr>
          <a:lstStyle>
            <a:lvl1pPr>
              <a:defRPr lang="en-US"/>
            </a:lvl1pPr>
          </a:lstStyle>
          <a:p>
            <a:pPr lvl="0"/>
            <a:r>
              <a:rPr lang="en-US"/>
              <a:t>Click to edit Master title style</a:t>
            </a:r>
            <a:endParaRPr lang="en-US" dirty="0"/>
          </a:p>
        </p:txBody>
      </p:sp>
      <p:sp>
        <p:nvSpPr>
          <p:cNvPr id="3" name="Content Placeholder 2"/>
          <p:cNvSpPr>
            <a:spLocks noGrp="1"/>
          </p:cNvSpPr>
          <p:nvPr>
            <p:ph idx="1"/>
          </p:nvPr>
        </p:nvSpPr>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Rectangle 4"/>
          <p:cNvSpPr>
            <a:spLocks noGrp="1" noChangeArrowheads="1"/>
          </p:cNvSpPr>
          <p:nvPr>
            <p:ph type="dt" sz="half" idx="10"/>
          </p:nvPr>
        </p:nvSpPr>
        <p:spPr>
          <a:xfrm>
            <a:off x="609600" y="6245225"/>
            <a:ext cx="2844800" cy="476250"/>
          </a:xfrm>
          <a:prstGeom prst="rect">
            <a:avLst/>
          </a:prstGeom>
        </p:spPr>
        <p:txBody>
          <a:bodyPr/>
          <a:lstStyle>
            <a:lvl1pPr>
              <a:defRPr/>
            </a:lvl1pPr>
          </a:lstStyle>
          <a:p>
            <a:fld id="{AE9E2E97-EAE7-4386-88DC-7364DDD24368}" type="datetimeFigureOut">
              <a:rPr lang="en-US" smtClean="0"/>
              <a:t>09-Jan-17</a:t>
            </a:fld>
            <a:endParaRPr lang="en-US"/>
          </a:p>
        </p:txBody>
      </p:sp>
      <p:sp>
        <p:nvSpPr>
          <p:cNvPr id="5" name="Rectangle 5"/>
          <p:cNvSpPr>
            <a:spLocks noGrp="1" noChangeArrowheads="1"/>
          </p:cNvSpPr>
          <p:nvPr>
            <p:ph type="ftr" sz="quarter" idx="11"/>
          </p:nvPr>
        </p:nvSpPr>
        <p:spPr>
          <a:xfrm>
            <a:off x="4165600" y="6245225"/>
            <a:ext cx="3860800" cy="476250"/>
          </a:xfrm>
          <a:prstGeom prst="rect">
            <a:avLst/>
          </a:prstGeom>
        </p:spPr>
        <p:txBody>
          <a:bodyPr/>
          <a:lstStyle>
            <a:lvl1pPr>
              <a:defRPr/>
            </a:lvl1pPr>
          </a:lstStyle>
          <a:p>
            <a:endParaRPr lang="en-US"/>
          </a:p>
        </p:txBody>
      </p:sp>
      <p:sp>
        <p:nvSpPr>
          <p:cNvPr id="6" name="Rectangle 6"/>
          <p:cNvSpPr>
            <a:spLocks noGrp="1" noChangeArrowheads="1"/>
          </p:cNvSpPr>
          <p:nvPr>
            <p:ph type="sldNum" sz="quarter" idx="12"/>
          </p:nvPr>
        </p:nvSpPr>
        <p:spPr>
          <a:xfrm>
            <a:off x="609600" y="5943601"/>
            <a:ext cx="10972800" cy="777875"/>
          </a:xfrm>
          <a:prstGeom prst="rect">
            <a:avLst/>
          </a:prstGeom>
        </p:spPr>
        <p:txBody>
          <a:bodyPr/>
          <a:lstStyle>
            <a:lvl1pPr>
              <a:defRPr/>
            </a:lvl1pPr>
          </a:lstStyle>
          <a:p>
            <a:fld id="{505757B2-8DB5-4878-898B-2C2E9FBEAE6B}" type="slidenum">
              <a:rPr lang="en-US" smtClean="0"/>
              <a:t>‹#›</a:t>
            </a:fld>
            <a:endParaRPr lang="en-US"/>
          </a:p>
        </p:txBody>
      </p:sp>
    </p:spTree>
    <p:extLst>
      <p:ext uri="{BB962C8B-B14F-4D97-AF65-F5344CB8AC3E}">
        <p14:creationId xmlns:p14="http://schemas.microsoft.com/office/powerpoint/2010/main" val="179340524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QualChecks">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lvl1pPr marL="342900" indent="-342900">
              <a:buFont typeface="Wingdings" panose="05000000000000000000" pitchFamily="2" charset="2"/>
              <a:buChar char="ü"/>
              <a:defRPr/>
            </a:lvl1pPr>
            <a:lvl2pPr marL="742950" indent="-285750">
              <a:buFont typeface="Wingdings" panose="05000000000000000000" pitchFamily="2" charset="2"/>
              <a:buChar char="ü"/>
              <a:defRPr/>
            </a:lvl2pPr>
            <a:lvl3pPr marL="1143000" indent="-228600">
              <a:buFont typeface="Wingdings" panose="05000000000000000000" pitchFamily="2" charset="2"/>
              <a:buChar char="ü"/>
              <a:defRPr/>
            </a:lvl3pPr>
            <a:lvl4pPr marL="1600200" indent="-228600">
              <a:buFont typeface="Wingdings" panose="05000000000000000000" pitchFamily="2" charset="2"/>
              <a:buChar char="ü"/>
              <a:defRPr/>
            </a:lvl4pPr>
            <a:lvl5pPr marL="2057400" indent="-228600">
              <a:buFont typeface="Wingdings" panose="05000000000000000000" pitchFamily="2" charset="2"/>
              <a:buChar char="ü"/>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Rectangle 4"/>
          <p:cNvSpPr>
            <a:spLocks noGrp="1" noChangeArrowheads="1"/>
          </p:cNvSpPr>
          <p:nvPr>
            <p:ph type="dt" sz="half" idx="10"/>
          </p:nvPr>
        </p:nvSpPr>
        <p:spPr>
          <a:xfrm>
            <a:off x="609600" y="6245225"/>
            <a:ext cx="2844800" cy="476250"/>
          </a:xfrm>
          <a:prstGeom prst="rect">
            <a:avLst/>
          </a:prstGeom>
        </p:spPr>
        <p:txBody>
          <a:bodyPr/>
          <a:lstStyle>
            <a:lvl1pPr>
              <a:defRPr/>
            </a:lvl1pPr>
          </a:lstStyle>
          <a:p>
            <a:fld id="{E44B790D-B89D-43B7-BDD8-C6FEBD1A797B}" type="datetimeFigureOut">
              <a:rPr lang="en-US" smtClean="0"/>
              <a:t>09-Jan-17</a:t>
            </a:fld>
            <a:endParaRPr lang="en-US"/>
          </a:p>
        </p:txBody>
      </p:sp>
      <p:sp>
        <p:nvSpPr>
          <p:cNvPr id="5" name="Rectangle 5"/>
          <p:cNvSpPr>
            <a:spLocks noGrp="1" noChangeArrowheads="1"/>
          </p:cNvSpPr>
          <p:nvPr>
            <p:ph type="ftr" sz="quarter" idx="11"/>
          </p:nvPr>
        </p:nvSpPr>
        <p:spPr>
          <a:xfrm>
            <a:off x="4165600" y="6245225"/>
            <a:ext cx="3860800" cy="476250"/>
          </a:xfrm>
          <a:prstGeom prst="rect">
            <a:avLst/>
          </a:prstGeom>
        </p:spPr>
        <p:txBody>
          <a:bodyPr/>
          <a:lstStyle>
            <a:lvl1pPr>
              <a:defRPr/>
            </a:lvl1pPr>
          </a:lstStyle>
          <a:p>
            <a:endParaRPr lang="en-US"/>
          </a:p>
        </p:txBody>
      </p:sp>
      <p:sp>
        <p:nvSpPr>
          <p:cNvPr id="6" name="Rectangle 6"/>
          <p:cNvSpPr>
            <a:spLocks noGrp="1" noChangeArrowheads="1"/>
          </p:cNvSpPr>
          <p:nvPr>
            <p:ph type="sldNum" sz="quarter" idx="12"/>
          </p:nvPr>
        </p:nvSpPr>
        <p:spPr>
          <a:xfrm>
            <a:off x="609600" y="5943601"/>
            <a:ext cx="10972800" cy="777875"/>
          </a:xfrm>
          <a:prstGeom prst="rect">
            <a:avLst/>
          </a:prstGeom>
        </p:spPr>
        <p:txBody>
          <a:bodyPr/>
          <a:lstStyle>
            <a:lvl1pPr>
              <a:defRPr/>
            </a:lvl1pPr>
          </a:lstStyle>
          <a:p>
            <a:fld id="{61516C32-2EEE-4D37-A3D7-4BF53FB58388}" type="slidenum">
              <a:rPr lang="en-US" smtClean="0"/>
              <a:t>‹#›</a:t>
            </a:fld>
            <a:endParaRPr lang="en-US"/>
          </a:p>
        </p:txBody>
      </p:sp>
      <p:sp>
        <p:nvSpPr>
          <p:cNvPr id="7" name="TextBox 6"/>
          <p:cNvSpPr txBox="1"/>
          <p:nvPr/>
        </p:nvSpPr>
        <p:spPr>
          <a:xfrm>
            <a:off x="609600" y="471948"/>
            <a:ext cx="10972800" cy="1128250"/>
          </a:xfrm>
          <a:prstGeom prst="rect">
            <a:avLst/>
          </a:prstGeom>
          <a:noFill/>
          <a:ln>
            <a:noFill/>
          </a:ln>
        </p:spPr>
        <p:txBody>
          <a:bodyPr vert="horz" wrap="square" lIns="91440" tIns="45720" rIns="91440" bIns="45720" numCol="1" anchor="ctr" anchorCtr="0" compatLnSpc="1">
            <a:prstTxWarp prst="textNoShape">
              <a:avLst/>
            </a:prstTxWarp>
          </a:bodyPr>
          <a:lstStyle>
            <a:lvl1pPr lvl="0" algn="ctr" fontAlgn="base">
              <a:spcBef>
                <a:spcPct val="0"/>
              </a:spcBef>
              <a:spcAft>
                <a:spcPct val="0"/>
              </a:spcAft>
              <a:defRPr sz="4400">
                <a:solidFill>
                  <a:srgbClr val="004990"/>
                </a:solidFill>
                <a:latin typeface="+mj-lt"/>
                <a:ea typeface="+mj-ea"/>
                <a:cs typeface="+mj-cs"/>
              </a:defRPr>
            </a:lvl1pPr>
            <a:lvl2pPr algn="ctr" fontAlgn="base">
              <a:spcBef>
                <a:spcPct val="0"/>
              </a:spcBef>
              <a:spcAft>
                <a:spcPct val="0"/>
              </a:spcAft>
              <a:defRPr sz="4400">
                <a:solidFill>
                  <a:srgbClr val="004990"/>
                </a:solidFill>
                <a:latin typeface="Arial Black" pitchFamily="34" charset="0"/>
              </a:defRPr>
            </a:lvl2pPr>
            <a:lvl3pPr algn="ctr" fontAlgn="base">
              <a:spcBef>
                <a:spcPct val="0"/>
              </a:spcBef>
              <a:spcAft>
                <a:spcPct val="0"/>
              </a:spcAft>
              <a:defRPr sz="4400">
                <a:solidFill>
                  <a:srgbClr val="004990"/>
                </a:solidFill>
                <a:latin typeface="Arial Black" pitchFamily="34" charset="0"/>
              </a:defRPr>
            </a:lvl3pPr>
            <a:lvl4pPr algn="ctr" fontAlgn="base">
              <a:spcBef>
                <a:spcPct val="0"/>
              </a:spcBef>
              <a:spcAft>
                <a:spcPct val="0"/>
              </a:spcAft>
              <a:defRPr sz="4400">
                <a:solidFill>
                  <a:srgbClr val="004990"/>
                </a:solidFill>
                <a:latin typeface="Arial Black" pitchFamily="34" charset="0"/>
              </a:defRPr>
            </a:lvl4pPr>
            <a:lvl5pPr algn="ctr" fontAlgn="base">
              <a:spcBef>
                <a:spcPct val="0"/>
              </a:spcBef>
              <a:spcAft>
                <a:spcPct val="0"/>
              </a:spcAft>
              <a:defRPr sz="4400">
                <a:solidFill>
                  <a:srgbClr val="004990"/>
                </a:solidFill>
                <a:latin typeface="Arial Black" pitchFamily="34" charset="0"/>
              </a:defRPr>
            </a:lvl5pPr>
            <a:lvl6pPr marL="457200" algn="ctr" fontAlgn="base">
              <a:spcBef>
                <a:spcPct val="0"/>
              </a:spcBef>
              <a:spcAft>
                <a:spcPct val="0"/>
              </a:spcAft>
              <a:defRPr sz="4400">
                <a:solidFill>
                  <a:srgbClr val="004990"/>
                </a:solidFill>
                <a:latin typeface="Arial Black" pitchFamily="34" charset="0"/>
              </a:defRPr>
            </a:lvl6pPr>
            <a:lvl7pPr marL="914400" algn="ctr" fontAlgn="base">
              <a:spcBef>
                <a:spcPct val="0"/>
              </a:spcBef>
              <a:spcAft>
                <a:spcPct val="0"/>
              </a:spcAft>
              <a:defRPr sz="4400">
                <a:solidFill>
                  <a:srgbClr val="004990"/>
                </a:solidFill>
                <a:latin typeface="Arial Black" pitchFamily="34" charset="0"/>
              </a:defRPr>
            </a:lvl7pPr>
            <a:lvl8pPr marL="1371600" algn="ctr" fontAlgn="base">
              <a:spcBef>
                <a:spcPct val="0"/>
              </a:spcBef>
              <a:spcAft>
                <a:spcPct val="0"/>
              </a:spcAft>
              <a:defRPr sz="4400">
                <a:solidFill>
                  <a:srgbClr val="004990"/>
                </a:solidFill>
                <a:latin typeface="Arial Black" pitchFamily="34" charset="0"/>
              </a:defRPr>
            </a:lvl8pPr>
            <a:lvl9pPr marL="1828800" algn="ctr" fontAlgn="base">
              <a:spcBef>
                <a:spcPct val="0"/>
              </a:spcBef>
              <a:spcAft>
                <a:spcPct val="0"/>
              </a:spcAft>
              <a:defRPr sz="4400">
                <a:solidFill>
                  <a:srgbClr val="004990"/>
                </a:solidFill>
                <a:latin typeface="Arial Black" pitchFamily="34" charset="0"/>
              </a:defRPr>
            </a:lvl9pPr>
          </a:lstStyle>
          <a:p>
            <a:pPr lvl="0"/>
            <a:r>
              <a:rPr lang="en-US" dirty="0"/>
              <a:t>Quality Check Items</a:t>
            </a:r>
          </a:p>
        </p:txBody>
      </p:sp>
    </p:spTree>
    <p:extLst>
      <p:ext uri="{BB962C8B-B14F-4D97-AF65-F5344CB8AC3E}">
        <p14:creationId xmlns:p14="http://schemas.microsoft.com/office/powerpoint/2010/main" val="207090156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xfrm>
            <a:off x="609600" y="6245225"/>
            <a:ext cx="2844800" cy="476250"/>
          </a:xfrm>
          <a:prstGeom prst="rect">
            <a:avLst/>
          </a:prstGeom>
        </p:spPr>
        <p:txBody>
          <a:bodyPr/>
          <a:lstStyle>
            <a:lvl1pPr>
              <a:defRPr/>
            </a:lvl1pPr>
          </a:lstStyle>
          <a:p>
            <a:fld id="{AE9E2E97-EAE7-4386-88DC-7364DDD24368}" type="datetimeFigureOut">
              <a:rPr lang="en-US" smtClean="0"/>
              <a:t>09-Jan-17</a:t>
            </a:fld>
            <a:endParaRPr lang="en-US"/>
          </a:p>
        </p:txBody>
      </p:sp>
      <p:sp>
        <p:nvSpPr>
          <p:cNvPr id="5" name="Rectangle 5"/>
          <p:cNvSpPr>
            <a:spLocks noGrp="1" noChangeArrowheads="1"/>
          </p:cNvSpPr>
          <p:nvPr>
            <p:ph type="ftr" sz="quarter" idx="11"/>
          </p:nvPr>
        </p:nvSpPr>
        <p:spPr>
          <a:xfrm>
            <a:off x="4165600" y="6245225"/>
            <a:ext cx="3860800" cy="476250"/>
          </a:xfrm>
          <a:prstGeom prst="rect">
            <a:avLst/>
          </a:prstGeom>
        </p:spPr>
        <p:txBody>
          <a:bodyPr/>
          <a:lstStyle>
            <a:lvl1pPr>
              <a:defRPr/>
            </a:lvl1pPr>
          </a:lstStyle>
          <a:p>
            <a:endParaRPr lang="en-US"/>
          </a:p>
        </p:txBody>
      </p:sp>
      <p:sp>
        <p:nvSpPr>
          <p:cNvPr id="6" name="Rectangle 6"/>
          <p:cNvSpPr>
            <a:spLocks noGrp="1" noChangeArrowheads="1"/>
          </p:cNvSpPr>
          <p:nvPr>
            <p:ph type="sldNum" sz="quarter" idx="12"/>
          </p:nvPr>
        </p:nvSpPr>
        <p:spPr>
          <a:xfrm>
            <a:off x="609600" y="5943601"/>
            <a:ext cx="10972800" cy="777875"/>
          </a:xfrm>
          <a:prstGeom prst="rect">
            <a:avLst/>
          </a:prstGeom>
        </p:spPr>
        <p:txBody>
          <a:bodyPr/>
          <a:lstStyle>
            <a:lvl1pPr>
              <a:defRPr/>
            </a:lvl1pPr>
          </a:lstStyle>
          <a:p>
            <a:fld id="{505757B2-8DB5-4878-898B-2C2E9FBEAE6B}" type="slidenum">
              <a:rPr lang="en-US" smtClean="0"/>
              <a:t>‹#›</a:t>
            </a:fld>
            <a:endParaRPr lang="en-US"/>
          </a:p>
        </p:txBody>
      </p:sp>
    </p:spTree>
    <p:extLst>
      <p:ext uri="{BB962C8B-B14F-4D97-AF65-F5344CB8AC3E}">
        <p14:creationId xmlns:p14="http://schemas.microsoft.com/office/powerpoint/2010/main" val="203816119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5384800" cy="3962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0"/>
            <a:ext cx="5384800" cy="3962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noChangeArrowheads="1"/>
          </p:cNvSpPr>
          <p:nvPr>
            <p:ph type="dt" sz="half" idx="10"/>
          </p:nvPr>
        </p:nvSpPr>
        <p:spPr>
          <a:xfrm>
            <a:off x="609600" y="6245225"/>
            <a:ext cx="2844800" cy="476250"/>
          </a:xfrm>
          <a:prstGeom prst="rect">
            <a:avLst/>
          </a:prstGeom>
        </p:spPr>
        <p:txBody>
          <a:bodyPr/>
          <a:lstStyle>
            <a:lvl1pPr>
              <a:defRPr/>
            </a:lvl1pPr>
          </a:lstStyle>
          <a:p>
            <a:fld id="{AE9E2E97-EAE7-4386-88DC-7364DDD24368}" type="datetimeFigureOut">
              <a:rPr lang="en-US" smtClean="0"/>
              <a:t>09-Jan-17</a:t>
            </a:fld>
            <a:endParaRPr lang="en-US"/>
          </a:p>
        </p:txBody>
      </p:sp>
      <p:sp>
        <p:nvSpPr>
          <p:cNvPr id="6" name="Footer Placeholder 5"/>
          <p:cNvSpPr>
            <a:spLocks noGrp="1" noChangeArrowheads="1"/>
          </p:cNvSpPr>
          <p:nvPr>
            <p:ph type="ftr" sz="quarter" idx="11"/>
          </p:nvPr>
        </p:nvSpPr>
        <p:spPr>
          <a:xfrm>
            <a:off x="4165600" y="6245225"/>
            <a:ext cx="3860800" cy="476250"/>
          </a:xfrm>
          <a:prstGeom prst="rect">
            <a:avLst/>
          </a:prstGeom>
        </p:spPr>
        <p:txBody>
          <a:bodyPr/>
          <a:lstStyle>
            <a:lvl1pPr>
              <a:defRPr/>
            </a:lvl1pPr>
          </a:lstStyle>
          <a:p>
            <a:endParaRPr lang="en-US"/>
          </a:p>
        </p:txBody>
      </p:sp>
      <p:sp>
        <p:nvSpPr>
          <p:cNvPr id="7" name="Slide Number Placeholder 6"/>
          <p:cNvSpPr>
            <a:spLocks noGrp="1" noChangeArrowheads="1"/>
          </p:cNvSpPr>
          <p:nvPr>
            <p:ph type="sldNum" sz="quarter" idx="12"/>
          </p:nvPr>
        </p:nvSpPr>
        <p:spPr>
          <a:xfrm>
            <a:off x="609600" y="5943601"/>
            <a:ext cx="10972800" cy="777875"/>
          </a:xfrm>
          <a:prstGeom prst="rect">
            <a:avLst/>
          </a:prstGeom>
        </p:spPr>
        <p:txBody>
          <a:bodyPr/>
          <a:lstStyle>
            <a:lvl1pPr>
              <a:defRPr/>
            </a:lvl1pPr>
          </a:lstStyle>
          <a:p>
            <a:fld id="{505757B2-8DB5-4878-898B-2C2E9FBEAE6B}" type="slidenum">
              <a:rPr lang="en-US" smtClean="0"/>
              <a:t>‹#›</a:t>
            </a:fld>
            <a:endParaRPr lang="en-US"/>
          </a:p>
        </p:txBody>
      </p:sp>
    </p:spTree>
    <p:extLst>
      <p:ext uri="{BB962C8B-B14F-4D97-AF65-F5344CB8AC3E}">
        <p14:creationId xmlns:p14="http://schemas.microsoft.com/office/powerpoint/2010/main" val="156619716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xfrm>
            <a:off x="609600" y="6245225"/>
            <a:ext cx="2844800" cy="476250"/>
          </a:xfrm>
          <a:prstGeom prst="rect">
            <a:avLst/>
          </a:prstGeom>
        </p:spPr>
        <p:txBody>
          <a:bodyPr/>
          <a:lstStyle>
            <a:lvl1pPr>
              <a:defRPr/>
            </a:lvl1pPr>
          </a:lstStyle>
          <a:p>
            <a:fld id="{AE9E2E97-EAE7-4386-88DC-7364DDD24368}" type="datetimeFigureOut">
              <a:rPr lang="en-US" smtClean="0"/>
              <a:t>09-Jan-17</a:t>
            </a:fld>
            <a:endParaRPr lang="en-US"/>
          </a:p>
        </p:txBody>
      </p:sp>
      <p:sp>
        <p:nvSpPr>
          <p:cNvPr id="8" name="Rectangle 5"/>
          <p:cNvSpPr>
            <a:spLocks noGrp="1" noChangeArrowheads="1"/>
          </p:cNvSpPr>
          <p:nvPr>
            <p:ph type="ftr" sz="quarter" idx="11"/>
          </p:nvPr>
        </p:nvSpPr>
        <p:spPr>
          <a:xfrm>
            <a:off x="4165600" y="6245225"/>
            <a:ext cx="3860800" cy="476250"/>
          </a:xfrm>
          <a:prstGeom prst="rect">
            <a:avLst/>
          </a:prstGeom>
        </p:spPr>
        <p:txBody>
          <a:bodyPr/>
          <a:lstStyle>
            <a:lvl1pPr>
              <a:defRPr/>
            </a:lvl1pPr>
          </a:lstStyle>
          <a:p>
            <a:endParaRPr lang="en-US"/>
          </a:p>
        </p:txBody>
      </p:sp>
      <p:sp>
        <p:nvSpPr>
          <p:cNvPr id="9" name="Rectangle 6"/>
          <p:cNvSpPr>
            <a:spLocks noGrp="1" noChangeArrowheads="1"/>
          </p:cNvSpPr>
          <p:nvPr>
            <p:ph type="sldNum" sz="quarter" idx="12"/>
          </p:nvPr>
        </p:nvSpPr>
        <p:spPr>
          <a:xfrm>
            <a:off x="609600" y="5943601"/>
            <a:ext cx="10972800" cy="777875"/>
          </a:xfrm>
          <a:prstGeom prst="rect">
            <a:avLst/>
          </a:prstGeom>
        </p:spPr>
        <p:txBody>
          <a:bodyPr/>
          <a:lstStyle>
            <a:lvl1pPr>
              <a:defRPr/>
            </a:lvl1pPr>
          </a:lstStyle>
          <a:p>
            <a:fld id="{505757B2-8DB5-4878-898B-2C2E9FBEAE6B}" type="slidenum">
              <a:rPr lang="en-US" smtClean="0"/>
              <a:t>‹#›</a:t>
            </a:fld>
            <a:endParaRPr lang="en-US"/>
          </a:p>
        </p:txBody>
      </p:sp>
    </p:spTree>
    <p:extLst>
      <p:ext uri="{BB962C8B-B14F-4D97-AF65-F5344CB8AC3E}">
        <p14:creationId xmlns:p14="http://schemas.microsoft.com/office/powerpoint/2010/main" val="135873101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xfrm>
            <a:off x="609600" y="6245225"/>
            <a:ext cx="2844800" cy="476250"/>
          </a:xfrm>
          <a:prstGeom prst="rect">
            <a:avLst/>
          </a:prstGeom>
        </p:spPr>
        <p:txBody>
          <a:bodyPr/>
          <a:lstStyle>
            <a:lvl1pPr>
              <a:defRPr/>
            </a:lvl1pPr>
          </a:lstStyle>
          <a:p>
            <a:fld id="{AE9E2E97-EAE7-4386-88DC-7364DDD24368}" type="datetimeFigureOut">
              <a:rPr lang="en-US" smtClean="0"/>
              <a:t>09-Jan-17</a:t>
            </a:fld>
            <a:endParaRPr lang="en-US"/>
          </a:p>
        </p:txBody>
      </p:sp>
      <p:sp>
        <p:nvSpPr>
          <p:cNvPr id="4" name="Rectangle 5"/>
          <p:cNvSpPr>
            <a:spLocks noGrp="1" noChangeArrowheads="1"/>
          </p:cNvSpPr>
          <p:nvPr>
            <p:ph type="ftr" sz="quarter" idx="11"/>
          </p:nvPr>
        </p:nvSpPr>
        <p:spPr>
          <a:xfrm>
            <a:off x="4165600" y="6245225"/>
            <a:ext cx="3860800" cy="476250"/>
          </a:xfrm>
          <a:prstGeom prst="rect">
            <a:avLst/>
          </a:prstGeom>
        </p:spPr>
        <p:txBody>
          <a:bodyPr/>
          <a:lstStyle>
            <a:lvl1pPr>
              <a:defRPr/>
            </a:lvl1pPr>
          </a:lstStyle>
          <a:p>
            <a:endParaRPr lang="en-US"/>
          </a:p>
        </p:txBody>
      </p:sp>
      <p:sp>
        <p:nvSpPr>
          <p:cNvPr id="5" name="Rectangle 6"/>
          <p:cNvSpPr>
            <a:spLocks noGrp="1" noChangeArrowheads="1"/>
          </p:cNvSpPr>
          <p:nvPr>
            <p:ph type="sldNum" sz="quarter" idx="12"/>
          </p:nvPr>
        </p:nvSpPr>
        <p:spPr>
          <a:xfrm>
            <a:off x="609600" y="5943601"/>
            <a:ext cx="10972800" cy="777875"/>
          </a:xfrm>
          <a:prstGeom prst="rect">
            <a:avLst/>
          </a:prstGeom>
        </p:spPr>
        <p:txBody>
          <a:bodyPr/>
          <a:lstStyle>
            <a:lvl1pPr>
              <a:defRPr/>
            </a:lvl1pPr>
          </a:lstStyle>
          <a:p>
            <a:fld id="{505757B2-8DB5-4878-898B-2C2E9FBEAE6B}" type="slidenum">
              <a:rPr lang="en-US" smtClean="0"/>
              <a:t>‹#›</a:t>
            </a:fld>
            <a:endParaRPr lang="en-US"/>
          </a:p>
        </p:txBody>
      </p:sp>
    </p:spTree>
    <p:extLst>
      <p:ext uri="{BB962C8B-B14F-4D97-AF65-F5344CB8AC3E}">
        <p14:creationId xmlns:p14="http://schemas.microsoft.com/office/powerpoint/2010/main" val="301365073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xfrm>
            <a:off x="609600" y="6245225"/>
            <a:ext cx="2844800" cy="476250"/>
          </a:xfrm>
          <a:prstGeom prst="rect">
            <a:avLst/>
          </a:prstGeom>
        </p:spPr>
        <p:txBody>
          <a:bodyPr/>
          <a:lstStyle>
            <a:lvl1pPr>
              <a:defRPr/>
            </a:lvl1pPr>
          </a:lstStyle>
          <a:p>
            <a:fld id="{AE9E2E97-EAE7-4386-88DC-7364DDD24368}" type="datetimeFigureOut">
              <a:rPr lang="en-US" smtClean="0"/>
              <a:t>09-Jan-17</a:t>
            </a:fld>
            <a:endParaRPr lang="en-US"/>
          </a:p>
        </p:txBody>
      </p:sp>
      <p:sp>
        <p:nvSpPr>
          <p:cNvPr id="3" name="Rectangle 5"/>
          <p:cNvSpPr>
            <a:spLocks noGrp="1" noChangeArrowheads="1"/>
          </p:cNvSpPr>
          <p:nvPr>
            <p:ph type="ftr" sz="quarter" idx="11"/>
          </p:nvPr>
        </p:nvSpPr>
        <p:spPr>
          <a:xfrm>
            <a:off x="4165600" y="6245225"/>
            <a:ext cx="3860800" cy="476250"/>
          </a:xfrm>
          <a:prstGeom prst="rect">
            <a:avLst/>
          </a:prstGeom>
        </p:spPr>
        <p:txBody>
          <a:bodyPr/>
          <a:lstStyle>
            <a:lvl1pPr>
              <a:defRPr/>
            </a:lvl1pPr>
          </a:lstStyle>
          <a:p>
            <a:endParaRPr lang="en-US"/>
          </a:p>
        </p:txBody>
      </p:sp>
      <p:sp>
        <p:nvSpPr>
          <p:cNvPr id="4" name="Rectangle 6"/>
          <p:cNvSpPr>
            <a:spLocks noGrp="1" noChangeArrowheads="1"/>
          </p:cNvSpPr>
          <p:nvPr>
            <p:ph type="sldNum" sz="quarter" idx="12"/>
          </p:nvPr>
        </p:nvSpPr>
        <p:spPr>
          <a:xfrm>
            <a:off x="609600" y="5943601"/>
            <a:ext cx="10972800" cy="777875"/>
          </a:xfrm>
          <a:prstGeom prst="rect">
            <a:avLst/>
          </a:prstGeom>
        </p:spPr>
        <p:txBody>
          <a:bodyPr/>
          <a:lstStyle>
            <a:lvl1pPr>
              <a:defRPr/>
            </a:lvl1pPr>
          </a:lstStyle>
          <a:p>
            <a:fld id="{505757B2-8DB5-4878-898B-2C2E9FBEAE6B}" type="slidenum">
              <a:rPr lang="en-US" smtClean="0"/>
              <a:t>‹#›</a:t>
            </a:fld>
            <a:endParaRPr lang="en-US"/>
          </a:p>
        </p:txBody>
      </p:sp>
    </p:spTree>
    <p:extLst>
      <p:ext uri="{BB962C8B-B14F-4D97-AF65-F5344CB8AC3E}">
        <p14:creationId xmlns:p14="http://schemas.microsoft.com/office/powerpoint/2010/main" val="98344765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xfrm>
            <a:off x="609600" y="6245225"/>
            <a:ext cx="2844800" cy="476250"/>
          </a:xfrm>
          <a:prstGeom prst="rect">
            <a:avLst/>
          </a:prstGeom>
        </p:spPr>
        <p:txBody>
          <a:bodyPr/>
          <a:lstStyle>
            <a:lvl1pPr>
              <a:defRPr/>
            </a:lvl1pPr>
          </a:lstStyle>
          <a:p>
            <a:fld id="{AE9E2E97-EAE7-4386-88DC-7364DDD24368}" type="datetimeFigureOut">
              <a:rPr lang="en-US" smtClean="0"/>
              <a:t>09-Jan-17</a:t>
            </a:fld>
            <a:endParaRPr lang="en-US"/>
          </a:p>
        </p:txBody>
      </p:sp>
      <p:sp>
        <p:nvSpPr>
          <p:cNvPr id="3" name="Rectangle 5"/>
          <p:cNvSpPr>
            <a:spLocks noGrp="1" noChangeArrowheads="1"/>
          </p:cNvSpPr>
          <p:nvPr>
            <p:ph type="ftr" sz="quarter" idx="11"/>
          </p:nvPr>
        </p:nvSpPr>
        <p:spPr>
          <a:xfrm>
            <a:off x="4165600" y="6245225"/>
            <a:ext cx="3860800" cy="476250"/>
          </a:xfrm>
          <a:prstGeom prst="rect">
            <a:avLst/>
          </a:prstGeom>
        </p:spPr>
        <p:txBody>
          <a:bodyPr/>
          <a:lstStyle>
            <a:lvl1pPr>
              <a:defRPr/>
            </a:lvl1pPr>
          </a:lstStyle>
          <a:p>
            <a:endParaRPr lang="en-US"/>
          </a:p>
        </p:txBody>
      </p:sp>
      <p:sp>
        <p:nvSpPr>
          <p:cNvPr id="4" name="Rectangle 6"/>
          <p:cNvSpPr>
            <a:spLocks noGrp="1" noChangeArrowheads="1"/>
          </p:cNvSpPr>
          <p:nvPr>
            <p:ph type="sldNum" sz="quarter" idx="12"/>
          </p:nvPr>
        </p:nvSpPr>
        <p:spPr>
          <a:xfrm>
            <a:off x="609600" y="5943601"/>
            <a:ext cx="10972800" cy="777875"/>
          </a:xfrm>
          <a:prstGeom prst="rect">
            <a:avLst/>
          </a:prstGeom>
        </p:spPr>
        <p:txBody>
          <a:bodyPr/>
          <a:lstStyle>
            <a:lvl1pPr>
              <a:defRPr/>
            </a:lvl1pPr>
          </a:lstStyle>
          <a:p>
            <a:fld id="{505757B2-8DB5-4878-898B-2C2E9FBEAE6B}" type="slidenum">
              <a:rPr lang="en-US" smtClean="0"/>
              <a:t>‹#›</a:t>
            </a:fld>
            <a:endParaRPr lang="en-US"/>
          </a:p>
        </p:txBody>
      </p:sp>
      <p:sp>
        <p:nvSpPr>
          <p:cNvPr id="5" name="Slide Number Placeholder 1"/>
          <p:cNvSpPr txBox="1">
            <a:spLocks/>
          </p:cNvSpPr>
          <p:nvPr/>
        </p:nvSpPr>
        <p:spPr>
          <a:xfrm>
            <a:off x="609600" y="5943601"/>
            <a:ext cx="10972800" cy="777875"/>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mn-ea"/>
                <a:cs typeface="Arial" charset="0"/>
              </a:defRPr>
            </a:lvl1pPr>
            <a:lvl2pPr marL="742950" indent="-285750" algn="l" defTabSz="914400" rtl="0" eaLnBrk="0" latinLnBrk="0" hangingPunct="0">
              <a:defRPr sz="1800" kern="1200">
                <a:solidFill>
                  <a:schemeClr val="tx1"/>
                </a:solidFill>
                <a:latin typeface="Arial" charset="0"/>
                <a:ea typeface="+mn-ea"/>
                <a:cs typeface="Arial" charset="0"/>
              </a:defRPr>
            </a:lvl2pPr>
            <a:lvl3pPr marL="1143000" indent="-228600" algn="l" defTabSz="914400" rtl="0" eaLnBrk="0" latinLnBrk="0" hangingPunct="0">
              <a:defRPr sz="1800" kern="1200">
                <a:solidFill>
                  <a:schemeClr val="tx1"/>
                </a:solidFill>
                <a:latin typeface="Arial" charset="0"/>
                <a:ea typeface="+mn-ea"/>
                <a:cs typeface="Arial" charset="0"/>
              </a:defRPr>
            </a:lvl3pPr>
            <a:lvl4pPr marL="1600200" indent="-228600" algn="l" defTabSz="914400" rtl="0" eaLnBrk="0" latinLnBrk="0" hangingPunct="0">
              <a:defRPr sz="1800" kern="1200">
                <a:solidFill>
                  <a:schemeClr val="tx1"/>
                </a:solidFill>
                <a:latin typeface="Arial" charset="0"/>
                <a:ea typeface="+mn-ea"/>
                <a:cs typeface="Arial" charset="0"/>
              </a:defRPr>
            </a:lvl4pPr>
            <a:lvl5pPr marL="2057400" indent="-228600" algn="l" defTabSz="914400" rtl="0" eaLnBrk="0" latinLnBrk="0" hangingPunct="0">
              <a:defRPr sz="1800" kern="1200">
                <a:solidFill>
                  <a:schemeClr val="tx1"/>
                </a:solidFill>
                <a:latin typeface="Arial" charset="0"/>
                <a:ea typeface="+mn-ea"/>
                <a:cs typeface="Arial" charset="0"/>
              </a:defRPr>
            </a:lvl5pPr>
            <a:lvl6pPr marL="2514600" indent="-228600" algn="l" defTabSz="914400" rtl="0" eaLnBrk="0" fontAlgn="base" latinLnBrk="0" hangingPunct="0">
              <a:spcBef>
                <a:spcPct val="0"/>
              </a:spcBef>
              <a:spcAft>
                <a:spcPct val="0"/>
              </a:spcAft>
              <a:defRPr sz="1800" kern="1200">
                <a:solidFill>
                  <a:schemeClr val="tx1"/>
                </a:solidFill>
                <a:latin typeface="Arial" charset="0"/>
                <a:ea typeface="+mn-ea"/>
                <a:cs typeface="Arial" charset="0"/>
              </a:defRPr>
            </a:lvl6pPr>
            <a:lvl7pPr marL="2971800" indent="-228600" algn="l" defTabSz="914400" rtl="0" eaLnBrk="0" fontAlgn="base" latinLnBrk="0" hangingPunct="0">
              <a:spcBef>
                <a:spcPct val="0"/>
              </a:spcBef>
              <a:spcAft>
                <a:spcPct val="0"/>
              </a:spcAft>
              <a:defRPr sz="1800" kern="1200">
                <a:solidFill>
                  <a:schemeClr val="tx1"/>
                </a:solidFill>
                <a:latin typeface="Arial" charset="0"/>
                <a:ea typeface="+mn-ea"/>
                <a:cs typeface="Arial" charset="0"/>
              </a:defRPr>
            </a:lvl7pPr>
            <a:lvl8pPr marL="3429000" indent="-228600" algn="l" defTabSz="914400" rtl="0" eaLnBrk="0" fontAlgn="base" latinLnBrk="0" hangingPunct="0">
              <a:spcBef>
                <a:spcPct val="0"/>
              </a:spcBef>
              <a:spcAft>
                <a:spcPct val="0"/>
              </a:spcAft>
              <a:defRPr sz="1800" kern="1200">
                <a:solidFill>
                  <a:schemeClr val="tx1"/>
                </a:solidFill>
                <a:latin typeface="Arial" charset="0"/>
                <a:ea typeface="+mn-ea"/>
                <a:cs typeface="Arial" charset="0"/>
              </a:defRPr>
            </a:lvl8pPr>
            <a:lvl9pPr marL="3886200" indent="-228600" algn="l" defTabSz="914400" rtl="0" eaLnBrk="0" fontAlgn="base" latinLnBrk="0" hangingPunct="0">
              <a:spcBef>
                <a:spcPct val="0"/>
              </a:spcBef>
              <a:spcAft>
                <a:spcPct val="0"/>
              </a:spcAft>
              <a:defRPr sz="1800" kern="1200">
                <a:solidFill>
                  <a:schemeClr val="tx1"/>
                </a:solidFill>
                <a:latin typeface="Arial" charset="0"/>
                <a:ea typeface="+mn-ea"/>
                <a:cs typeface="Arial" charset="0"/>
              </a:defRPr>
            </a:lvl9pPr>
          </a:lstStyle>
          <a:p>
            <a:pPr eaLnBrk="1" hangingPunct="1"/>
            <a:fld id="{BEC4B462-DC2D-47D4-8944-F81C2113999E}" type="slidenum">
              <a:rPr lang="en-US" sz="1800" smtClean="0"/>
              <a:pPr eaLnBrk="1" hangingPunct="1"/>
              <a:t>‹#›</a:t>
            </a:fld>
            <a:endParaRPr lang="en-US" sz="1800"/>
          </a:p>
        </p:txBody>
      </p:sp>
      <p:sp>
        <p:nvSpPr>
          <p:cNvPr id="7" name="TextBox 3"/>
          <p:cNvSpPr txBox="1">
            <a:spLocks noChangeArrowheads="1"/>
          </p:cNvSpPr>
          <p:nvPr/>
        </p:nvSpPr>
        <p:spPr bwMode="auto">
          <a:xfrm>
            <a:off x="304800" y="152401"/>
            <a:ext cx="5283200" cy="708025"/>
          </a:xfrm>
          <a:prstGeom prst="rect">
            <a:avLst/>
          </a:prstGeom>
          <a:solidFill>
            <a:schemeClr val="bg1">
              <a:alpha val="74901"/>
            </a:schemeClr>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s-ES" sz="4000" dirty="0"/>
              <a:t>Instructor </a:t>
            </a:r>
            <a:r>
              <a:rPr lang="es-ES" sz="4000" dirty="0" err="1"/>
              <a:t>Name</a:t>
            </a:r>
            <a:r>
              <a:rPr lang="es-ES" sz="4000" dirty="0"/>
              <a:t>:</a:t>
            </a:r>
          </a:p>
        </p:txBody>
      </p:sp>
      <p:sp>
        <p:nvSpPr>
          <p:cNvPr id="8" name="TextBox 3"/>
          <p:cNvSpPr txBox="1">
            <a:spLocks noChangeArrowheads="1"/>
          </p:cNvSpPr>
          <p:nvPr/>
        </p:nvSpPr>
        <p:spPr bwMode="auto">
          <a:xfrm>
            <a:off x="285752" y="873126"/>
            <a:ext cx="4692649" cy="1323975"/>
          </a:xfrm>
          <a:prstGeom prst="rect">
            <a:avLst/>
          </a:prstGeom>
          <a:solidFill>
            <a:schemeClr val="bg1">
              <a:alpha val="67058"/>
            </a:schemeClr>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4000" dirty="0"/>
              <a:t>Instructor ID #:</a:t>
            </a:r>
          </a:p>
          <a:p>
            <a:pPr eaLnBrk="1" hangingPunct="1"/>
            <a:r>
              <a:rPr lang="en-US" sz="4000" dirty="0"/>
              <a:t>Class ID #:  </a:t>
            </a:r>
            <a:endParaRPr lang="es-ES" sz="4000" dirty="0"/>
          </a:p>
        </p:txBody>
      </p:sp>
      <p:sp>
        <p:nvSpPr>
          <p:cNvPr id="9" name="Rectangle 4"/>
          <p:cNvSpPr>
            <a:spLocks noChangeArrowheads="1"/>
          </p:cNvSpPr>
          <p:nvPr/>
        </p:nvSpPr>
        <p:spPr bwMode="auto">
          <a:xfrm>
            <a:off x="3048000" y="4038601"/>
            <a:ext cx="4267515" cy="1569660"/>
          </a:xfrm>
          <a:prstGeom prst="rect">
            <a:avLst/>
          </a:prstGeom>
          <a:solidFill>
            <a:schemeClr val="bg1">
              <a:lumMod val="95000"/>
              <a:alpha val="51000"/>
            </a:schemeClr>
          </a:solidFill>
          <a:ln w="9525">
            <a:noFill/>
            <a:miter lim="800000"/>
            <a:headEnd/>
            <a:tailEnd/>
          </a:ln>
        </p:spPr>
        <p:txBody>
          <a:bodyPr wrap="none">
            <a:spAutoFit/>
          </a:bodyPr>
          <a:lstStyle/>
          <a:p>
            <a:pPr>
              <a:defRPr/>
            </a:pPr>
            <a:r>
              <a:rPr lang="en-US" sz="9600" b="1" dirty="0">
                <a:latin typeface="Edwardian Script ITC" pitchFamily="66" charset="0"/>
              </a:rPr>
              <a:t>Thank you!</a:t>
            </a:r>
            <a:endParaRPr lang="es-ES" sz="9600" b="1" dirty="0">
              <a:latin typeface="Edwardian Script ITC" pitchFamily="66" charset="0"/>
            </a:endParaRPr>
          </a:p>
        </p:txBody>
      </p:sp>
      <p:sp>
        <p:nvSpPr>
          <p:cNvPr id="12" name="Text Placeholder 11"/>
          <p:cNvSpPr>
            <a:spLocks noGrp="1"/>
          </p:cNvSpPr>
          <p:nvPr>
            <p:ph type="body" sz="quarter" idx="13"/>
          </p:nvPr>
        </p:nvSpPr>
        <p:spPr>
          <a:xfrm>
            <a:off x="5588000" y="304800"/>
            <a:ext cx="5791200" cy="533400"/>
          </a:xfrm>
        </p:spPr>
        <p:txBody>
          <a:bodyPr/>
          <a:lstStyle>
            <a:lvl1pPr marL="0" indent="0">
              <a:buNone/>
              <a:defRPr/>
            </a:lvl1pPr>
          </a:lstStyle>
          <a:p>
            <a:pPr lvl="0"/>
            <a:r>
              <a:rPr lang="en-US"/>
              <a:t>Click to edit Master text styles</a:t>
            </a:r>
          </a:p>
        </p:txBody>
      </p:sp>
      <p:sp>
        <p:nvSpPr>
          <p:cNvPr id="13" name="Text Placeholder 11"/>
          <p:cNvSpPr>
            <a:spLocks noGrp="1"/>
          </p:cNvSpPr>
          <p:nvPr>
            <p:ph type="body" sz="quarter" idx="14"/>
          </p:nvPr>
        </p:nvSpPr>
        <p:spPr>
          <a:xfrm>
            <a:off x="5080000" y="990600"/>
            <a:ext cx="5791200" cy="533400"/>
          </a:xfrm>
        </p:spPr>
        <p:txBody>
          <a:bodyPr/>
          <a:lstStyle>
            <a:lvl1pPr marL="0" indent="0">
              <a:buNone/>
              <a:defRPr/>
            </a:lvl1pPr>
          </a:lstStyle>
          <a:p>
            <a:pPr lvl="0"/>
            <a:r>
              <a:rPr lang="en-US"/>
              <a:t>Click to edit Master text styles</a:t>
            </a:r>
          </a:p>
        </p:txBody>
      </p:sp>
      <p:sp>
        <p:nvSpPr>
          <p:cNvPr id="14" name="Text Placeholder 11"/>
          <p:cNvSpPr>
            <a:spLocks noGrp="1"/>
          </p:cNvSpPr>
          <p:nvPr>
            <p:ph type="body" sz="quarter" idx="15"/>
          </p:nvPr>
        </p:nvSpPr>
        <p:spPr>
          <a:xfrm>
            <a:off x="3860800" y="1600200"/>
            <a:ext cx="5791200" cy="533400"/>
          </a:xfrm>
        </p:spPr>
        <p:txBody>
          <a:bodyPr/>
          <a:lstStyle>
            <a:lvl1pPr marL="0" indent="0">
              <a:buNone/>
              <a:defRPr/>
            </a:lvl1pPr>
          </a:lstStyle>
          <a:p>
            <a:pPr lvl="0"/>
            <a:r>
              <a:rPr lang="en-US"/>
              <a:t>Click to edit Master text styles</a:t>
            </a:r>
          </a:p>
        </p:txBody>
      </p:sp>
    </p:spTree>
    <p:extLst>
      <p:ext uri="{BB962C8B-B14F-4D97-AF65-F5344CB8AC3E}">
        <p14:creationId xmlns:p14="http://schemas.microsoft.com/office/powerpoint/2010/main" val="85762312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Questions">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xfrm>
            <a:off x="609600" y="6245225"/>
            <a:ext cx="2844800" cy="476250"/>
          </a:xfrm>
          <a:prstGeom prst="rect">
            <a:avLst/>
          </a:prstGeom>
        </p:spPr>
        <p:txBody>
          <a:bodyPr/>
          <a:lstStyle>
            <a:lvl1pPr>
              <a:defRPr/>
            </a:lvl1pPr>
          </a:lstStyle>
          <a:p>
            <a:fld id="{AE9E2E97-EAE7-4386-88DC-7364DDD24368}" type="datetimeFigureOut">
              <a:rPr lang="en-US" smtClean="0"/>
              <a:t>09-Jan-17</a:t>
            </a:fld>
            <a:endParaRPr lang="en-US"/>
          </a:p>
        </p:txBody>
      </p:sp>
      <p:sp>
        <p:nvSpPr>
          <p:cNvPr id="3" name="Rectangle 5"/>
          <p:cNvSpPr>
            <a:spLocks noGrp="1" noChangeArrowheads="1"/>
          </p:cNvSpPr>
          <p:nvPr>
            <p:ph type="ftr" sz="quarter" idx="11"/>
          </p:nvPr>
        </p:nvSpPr>
        <p:spPr>
          <a:xfrm>
            <a:off x="4165600" y="6245225"/>
            <a:ext cx="3860800" cy="476250"/>
          </a:xfrm>
          <a:prstGeom prst="rect">
            <a:avLst/>
          </a:prstGeom>
        </p:spPr>
        <p:txBody>
          <a:bodyPr/>
          <a:lstStyle>
            <a:lvl1pPr>
              <a:defRPr/>
            </a:lvl1pPr>
          </a:lstStyle>
          <a:p>
            <a:endParaRPr lang="en-US"/>
          </a:p>
        </p:txBody>
      </p:sp>
      <p:sp>
        <p:nvSpPr>
          <p:cNvPr id="4" name="Rectangle 6"/>
          <p:cNvSpPr>
            <a:spLocks noGrp="1" noChangeArrowheads="1"/>
          </p:cNvSpPr>
          <p:nvPr>
            <p:ph type="sldNum" sz="quarter" idx="12"/>
          </p:nvPr>
        </p:nvSpPr>
        <p:spPr>
          <a:xfrm>
            <a:off x="609600" y="5943601"/>
            <a:ext cx="10972800" cy="777875"/>
          </a:xfrm>
          <a:prstGeom prst="rect">
            <a:avLst/>
          </a:prstGeom>
        </p:spPr>
        <p:txBody>
          <a:bodyPr/>
          <a:lstStyle>
            <a:lvl1pPr>
              <a:defRPr/>
            </a:lvl1pPr>
          </a:lstStyle>
          <a:p>
            <a:fld id="{505757B2-8DB5-4878-898B-2C2E9FBEAE6B}" type="slidenum">
              <a:rPr lang="en-US" smtClean="0"/>
              <a:t>‹#›</a:t>
            </a:fld>
            <a:endParaRPr lang="en-US"/>
          </a:p>
        </p:txBody>
      </p:sp>
      <p:sp>
        <p:nvSpPr>
          <p:cNvPr id="7" name="Title 1"/>
          <p:cNvSpPr txBox="1">
            <a:spLocks/>
          </p:cNvSpPr>
          <p:nvPr/>
        </p:nvSpPr>
        <p:spPr bwMode="auto">
          <a:xfrm>
            <a:off x="1016000" y="4419601"/>
            <a:ext cx="10363200" cy="13620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l" rtl="0" eaLnBrk="1" fontAlgn="base" hangingPunct="1">
              <a:spcBef>
                <a:spcPct val="0"/>
              </a:spcBef>
              <a:spcAft>
                <a:spcPct val="0"/>
              </a:spcAft>
              <a:defRPr sz="4000" b="1" cap="all">
                <a:solidFill>
                  <a:srgbClr val="004990"/>
                </a:solidFill>
                <a:latin typeface="+mj-lt"/>
                <a:ea typeface="+mj-ea"/>
                <a:cs typeface="+mj-cs"/>
              </a:defRPr>
            </a:lvl1pPr>
            <a:lvl2pPr algn="ctr" rtl="0" eaLnBrk="1" fontAlgn="base" hangingPunct="1">
              <a:spcBef>
                <a:spcPct val="0"/>
              </a:spcBef>
              <a:spcAft>
                <a:spcPct val="0"/>
              </a:spcAft>
              <a:defRPr sz="4400">
                <a:solidFill>
                  <a:srgbClr val="004990"/>
                </a:solidFill>
                <a:latin typeface="Arial Black" pitchFamily="34" charset="0"/>
              </a:defRPr>
            </a:lvl2pPr>
            <a:lvl3pPr algn="ctr" rtl="0" eaLnBrk="1" fontAlgn="base" hangingPunct="1">
              <a:spcBef>
                <a:spcPct val="0"/>
              </a:spcBef>
              <a:spcAft>
                <a:spcPct val="0"/>
              </a:spcAft>
              <a:defRPr sz="4400">
                <a:solidFill>
                  <a:srgbClr val="004990"/>
                </a:solidFill>
                <a:latin typeface="Arial Black" pitchFamily="34" charset="0"/>
              </a:defRPr>
            </a:lvl3pPr>
            <a:lvl4pPr algn="ctr" rtl="0" eaLnBrk="1" fontAlgn="base" hangingPunct="1">
              <a:spcBef>
                <a:spcPct val="0"/>
              </a:spcBef>
              <a:spcAft>
                <a:spcPct val="0"/>
              </a:spcAft>
              <a:defRPr sz="4400">
                <a:solidFill>
                  <a:srgbClr val="004990"/>
                </a:solidFill>
                <a:latin typeface="Arial Black" pitchFamily="34" charset="0"/>
              </a:defRPr>
            </a:lvl4pPr>
            <a:lvl5pPr algn="ctr" rtl="0" eaLnBrk="1" fontAlgn="base" hangingPunct="1">
              <a:spcBef>
                <a:spcPct val="0"/>
              </a:spcBef>
              <a:spcAft>
                <a:spcPct val="0"/>
              </a:spcAft>
              <a:defRPr sz="4400">
                <a:solidFill>
                  <a:srgbClr val="004990"/>
                </a:solidFill>
                <a:latin typeface="Arial Black" pitchFamily="34" charset="0"/>
              </a:defRPr>
            </a:lvl5pPr>
            <a:lvl6pPr marL="457200" algn="ctr" rtl="0" eaLnBrk="1" fontAlgn="base" hangingPunct="1">
              <a:spcBef>
                <a:spcPct val="0"/>
              </a:spcBef>
              <a:spcAft>
                <a:spcPct val="0"/>
              </a:spcAft>
              <a:defRPr sz="4400">
                <a:solidFill>
                  <a:srgbClr val="004990"/>
                </a:solidFill>
                <a:latin typeface="Arial Black" pitchFamily="34" charset="0"/>
              </a:defRPr>
            </a:lvl6pPr>
            <a:lvl7pPr marL="914400" algn="ctr" rtl="0" eaLnBrk="1" fontAlgn="base" hangingPunct="1">
              <a:spcBef>
                <a:spcPct val="0"/>
              </a:spcBef>
              <a:spcAft>
                <a:spcPct val="0"/>
              </a:spcAft>
              <a:defRPr sz="4400">
                <a:solidFill>
                  <a:srgbClr val="004990"/>
                </a:solidFill>
                <a:latin typeface="Arial Black" pitchFamily="34" charset="0"/>
              </a:defRPr>
            </a:lvl7pPr>
            <a:lvl8pPr marL="1371600" algn="ctr" rtl="0" eaLnBrk="1" fontAlgn="base" hangingPunct="1">
              <a:spcBef>
                <a:spcPct val="0"/>
              </a:spcBef>
              <a:spcAft>
                <a:spcPct val="0"/>
              </a:spcAft>
              <a:defRPr sz="4400">
                <a:solidFill>
                  <a:srgbClr val="004990"/>
                </a:solidFill>
                <a:latin typeface="Arial Black" pitchFamily="34" charset="0"/>
              </a:defRPr>
            </a:lvl8pPr>
            <a:lvl9pPr marL="1828800" algn="ctr" rtl="0" eaLnBrk="1" fontAlgn="base" hangingPunct="1">
              <a:spcBef>
                <a:spcPct val="0"/>
              </a:spcBef>
              <a:spcAft>
                <a:spcPct val="0"/>
              </a:spcAft>
              <a:defRPr sz="4400">
                <a:solidFill>
                  <a:srgbClr val="004990"/>
                </a:solidFill>
                <a:latin typeface="Arial Black" pitchFamily="34" charset="0"/>
              </a:defRPr>
            </a:lvl9pPr>
          </a:lstStyle>
          <a:p>
            <a:r>
              <a:rPr lang="en-US" sz="4000" kern="0" dirty="0"/>
              <a:t>Questions?</a:t>
            </a:r>
          </a:p>
        </p:txBody>
      </p:sp>
    </p:spTree>
    <p:extLst>
      <p:ext uri="{BB962C8B-B14F-4D97-AF65-F5344CB8AC3E}">
        <p14:creationId xmlns:p14="http://schemas.microsoft.com/office/powerpoint/2010/main" val="241649102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noChangeArrowheads="1"/>
          </p:cNvSpPr>
          <p:nvPr>
            <p:ph type="dt" sz="half" idx="10"/>
          </p:nvPr>
        </p:nvSpPr>
        <p:spPr>
          <a:xfrm>
            <a:off x="609600" y="6245225"/>
            <a:ext cx="2844800" cy="476250"/>
          </a:xfrm>
          <a:prstGeom prst="rect">
            <a:avLst/>
          </a:prstGeom>
        </p:spPr>
        <p:txBody>
          <a:bodyPr/>
          <a:lstStyle>
            <a:lvl1pPr>
              <a:defRPr/>
            </a:lvl1pPr>
          </a:lstStyle>
          <a:p>
            <a:fld id="{AE9E2E97-EAE7-4386-88DC-7364DDD24368}" type="datetimeFigureOut">
              <a:rPr lang="en-US" smtClean="0"/>
              <a:t>09-Jan-17</a:t>
            </a:fld>
            <a:endParaRPr lang="en-US"/>
          </a:p>
        </p:txBody>
      </p:sp>
      <p:sp>
        <p:nvSpPr>
          <p:cNvPr id="6" name="Footer Placeholder 5"/>
          <p:cNvSpPr>
            <a:spLocks noGrp="1" noChangeArrowheads="1"/>
          </p:cNvSpPr>
          <p:nvPr>
            <p:ph type="ftr" sz="quarter" idx="11"/>
          </p:nvPr>
        </p:nvSpPr>
        <p:spPr>
          <a:xfrm>
            <a:off x="4165600" y="6245225"/>
            <a:ext cx="3860800" cy="476250"/>
          </a:xfrm>
          <a:prstGeom prst="rect">
            <a:avLst/>
          </a:prstGeom>
        </p:spPr>
        <p:txBody>
          <a:bodyPr/>
          <a:lstStyle>
            <a:lvl1pPr>
              <a:defRPr/>
            </a:lvl1pPr>
          </a:lstStyle>
          <a:p>
            <a:endParaRPr lang="en-US"/>
          </a:p>
        </p:txBody>
      </p:sp>
      <p:sp>
        <p:nvSpPr>
          <p:cNvPr id="7" name="Slide Number Placeholder 6"/>
          <p:cNvSpPr>
            <a:spLocks noGrp="1" noChangeArrowheads="1"/>
          </p:cNvSpPr>
          <p:nvPr>
            <p:ph type="sldNum" sz="quarter" idx="12"/>
          </p:nvPr>
        </p:nvSpPr>
        <p:spPr>
          <a:xfrm>
            <a:off x="609600" y="5943601"/>
            <a:ext cx="10972800" cy="777875"/>
          </a:xfrm>
          <a:prstGeom prst="rect">
            <a:avLst/>
          </a:prstGeom>
        </p:spPr>
        <p:txBody>
          <a:bodyPr/>
          <a:lstStyle>
            <a:lvl1pPr>
              <a:defRPr/>
            </a:lvl1pPr>
          </a:lstStyle>
          <a:p>
            <a:fld id="{505757B2-8DB5-4878-898B-2C2E9FBEAE6B}" type="slidenum">
              <a:rPr lang="en-US" smtClean="0"/>
              <a:t>‹#›</a:t>
            </a:fld>
            <a:endParaRPr lang="en-US"/>
          </a:p>
        </p:txBody>
      </p:sp>
    </p:spTree>
    <p:extLst>
      <p:ext uri="{BB962C8B-B14F-4D97-AF65-F5344CB8AC3E}">
        <p14:creationId xmlns:p14="http://schemas.microsoft.com/office/powerpoint/2010/main" val="287593166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noChangeArrowheads="1"/>
          </p:cNvSpPr>
          <p:nvPr>
            <p:ph type="dt" sz="half" idx="10"/>
          </p:nvPr>
        </p:nvSpPr>
        <p:spPr>
          <a:xfrm>
            <a:off x="609600" y="6245225"/>
            <a:ext cx="2844800" cy="476250"/>
          </a:xfrm>
          <a:prstGeom prst="rect">
            <a:avLst/>
          </a:prstGeom>
        </p:spPr>
        <p:txBody>
          <a:bodyPr/>
          <a:lstStyle>
            <a:lvl1pPr>
              <a:defRPr/>
            </a:lvl1pPr>
          </a:lstStyle>
          <a:p>
            <a:fld id="{AE9E2E97-EAE7-4386-88DC-7364DDD24368}" type="datetimeFigureOut">
              <a:rPr lang="en-US" smtClean="0"/>
              <a:t>09-Jan-17</a:t>
            </a:fld>
            <a:endParaRPr lang="en-US"/>
          </a:p>
        </p:txBody>
      </p:sp>
      <p:sp>
        <p:nvSpPr>
          <p:cNvPr id="6" name="Footer Placeholder 5"/>
          <p:cNvSpPr>
            <a:spLocks noGrp="1" noChangeArrowheads="1"/>
          </p:cNvSpPr>
          <p:nvPr>
            <p:ph type="ftr" sz="quarter" idx="11"/>
          </p:nvPr>
        </p:nvSpPr>
        <p:spPr>
          <a:xfrm>
            <a:off x="4165600" y="6245225"/>
            <a:ext cx="3860800" cy="476250"/>
          </a:xfrm>
          <a:prstGeom prst="rect">
            <a:avLst/>
          </a:prstGeom>
        </p:spPr>
        <p:txBody>
          <a:bodyPr/>
          <a:lstStyle>
            <a:lvl1pPr>
              <a:defRPr/>
            </a:lvl1pPr>
          </a:lstStyle>
          <a:p>
            <a:endParaRPr lang="en-US"/>
          </a:p>
        </p:txBody>
      </p:sp>
      <p:sp>
        <p:nvSpPr>
          <p:cNvPr id="7" name="Slide Number Placeholder 6"/>
          <p:cNvSpPr>
            <a:spLocks noGrp="1" noChangeArrowheads="1"/>
          </p:cNvSpPr>
          <p:nvPr>
            <p:ph type="sldNum" sz="quarter" idx="12"/>
          </p:nvPr>
        </p:nvSpPr>
        <p:spPr>
          <a:xfrm>
            <a:off x="609600" y="5943601"/>
            <a:ext cx="10972800" cy="777875"/>
          </a:xfrm>
          <a:prstGeom prst="rect">
            <a:avLst/>
          </a:prstGeom>
        </p:spPr>
        <p:txBody>
          <a:bodyPr/>
          <a:lstStyle>
            <a:lvl1pPr>
              <a:defRPr/>
            </a:lvl1pPr>
          </a:lstStyle>
          <a:p>
            <a:fld id="{505757B2-8DB5-4878-898B-2C2E9FBEAE6B}" type="slidenum">
              <a:rPr lang="en-US" smtClean="0"/>
              <a:t>‹#›</a:t>
            </a:fld>
            <a:endParaRPr lang="en-US"/>
          </a:p>
        </p:txBody>
      </p:sp>
    </p:spTree>
    <p:extLst>
      <p:ext uri="{BB962C8B-B14F-4D97-AF65-F5344CB8AC3E}">
        <p14:creationId xmlns:p14="http://schemas.microsoft.com/office/powerpoint/2010/main" val="276547841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p>
        </p:txBody>
      </p:sp>
      <p:sp>
        <p:nvSpPr>
          <p:cNvPr id="3" name="Text Placeholder 2"/>
          <p:cNvSpPr>
            <a:spLocks noGrp="1"/>
          </p:cNvSpPr>
          <p:nvPr>
            <p:ph type="body" sz="half" idx="1"/>
          </p:nvPr>
        </p:nvSpPr>
        <p:spPr>
          <a:xfrm>
            <a:off x="609600" y="1600200"/>
            <a:ext cx="5384800" cy="3962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0"/>
            <a:ext cx="5384800" cy="3962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noChangeArrowheads="1"/>
          </p:cNvSpPr>
          <p:nvPr>
            <p:ph type="dt" sz="half" idx="10"/>
          </p:nvPr>
        </p:nvSpPr>
        <p:spPr>
          <a:xfrm>
            <a:off x="609600" y="6245225"/>
            <a:ext cx="2844800" cy="476250"/>
          </a:xfrm>
          <a:prstGeom prst="rect">
            <a:avLst/>
          </a:prstGeom>
        </p:spPr>
        <p:txBody>
          <a:bodyPr/>
          <a:lstStyle>
            <a:lvl1pPr>
              <a:defRPr/>
            </a:lvl1pPr>
          </a:lstStyle>
          <a:p>
            <a:fld id="{AE9E2E97-EAE7-4386-88DC-7364DDD24368}" type="datetimeFigureOut">
              <a:rPr lang="en-US" smtClean="0"/>
              <a:t>09-Jan-17</a:t>
            </a:fld>
            <a:endParaRPr lang="en-US"/>
          </a:p>
        </p:txBody>
      </p:sp>
      <p:sp>
        <p:nvSpPr>
          <p:cNvPr id="6" name="Footer Placeholder 5"/>
          <p:cNvSpPr>
            <a:spLocks noGrp="1" noChangeArrowheads="1"/>
          </p:cNvSpPr>
          <p:nvPr>
            <p:ph type="ftr" sz="quarter" idx="11"/>
          </p:nvPr>
        </p:nvSpPr>
        <p:spPr>
          <a:xfrm>
            <a:off x="4165600" y="6245225"/>
            <a:ext cx="3860800" cy="476250"/>
          </a:xfrm>
          <a:prstGeom prst="rect">
            <a:avLst/>
          </a:prstGeom>
        </p:spPr>
        <p:txBody>
          <a:bodyPr/>
          <a:lstStyle>
            <a:lvl1pPr>
              <a:defRPr/>
            </a:lvl1pPr>
          </a:lstStyle>
          <a:p>
            <a:endParaRPr lang="en-US"/>
          </a:p>
        </p:txBody>
      </p:sp>
      <p:sp>
        <p:nvSpPr>
          <p:cNvPr id="7" name="Slide Number Placeholder 6"/>
          <p:cNvSpPr>
            <a:spLocks noGrp="1" noChangeArrowheads="1"/>
          </p:cNvSpPr>
          <p:nvPr>
            <p:ph type="sldNum" sz="quarter" idx="12"/>
          </p:nvPr>
        </p:nvSpPr>
        <p:spPr>
          <a:xfrm>
            <a:off x="609600" y="5943601"/>
            <a:ext cx="10972800" cy="777875"/>
          </a:xfrm>
          <a:prstGeom prst="rect">
            <a:avLst/>
          </a:prstGeom>
        </p:spPr>
        <p:txBody>
          <a:bodyPr/>
          <a:lstStyle>
            <a:lvl1pPr>
              <a:defRPr/>
            </a:lvl1pPr>
          </a:lstStyle>
          <a:p>
            <a:fld id="{505757B2-8DB5-4878-898B-2C2E9FBEAE6B}" type="slidenum">
              <a:rPr lang="en-US" smtClean="0"/>
              <a:t>‹#›</a:t>
            </a:fld>
            <a:endParaRPr lang="en-US"/>
          </a:p>
        </p:txBody>
      </p:sp>
    </p:spTree>
    <p:extLst>
      <p:ext uri="{BB962C8B-B14F-4D97-AF65-F5344CB8AC3E}">
        <p14:creationId xmlns:p14="http://schemas.microsoft.com/office/powerpoint/2010/main" val="41021252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AndTx" preserve="1">
  <p:cSld name="Title,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p>
        </p:txBody>
      </p:sp>
      <p:sp>
        <p:nvSpPr>
          <p:cNvPr id="3" name="Content Placeholder 2"/>
          <p:cNvSpPr>
            <a:spLocks noGrp="1"/>
          </p:cNvSpPr>
          <p:nvPr>
            <p:ph sz="half" idx="1"/>
          </p:nvPr>
        </p:nvSpPr>
        <p:spPr>
          <a:xfrm>
            <a:off x="609600" y="1600200"/>
            <a:ext cx="5384800" cy="3962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197600" y="1600200"/>
            <a:ext cx="5384800" cy="3962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noChangeArrowheads="1"/>
          </p:cNvSpPr>
          <p:nvPr>
            <p:ph type="dt" sz="half" idx="10"/>
          </p:nvPr>
        </p:nvSpPr>
        <p:spPr>
          <a:xfrm>
            <a:off x="609600" y="6245225"/>
            <a:ext cx="2844800" cy="476250"/>
          </a:xfrm>
          <a:prstGeom prst="rect">
            <a:avLst/>
          </a:prstGeom>
        </p:spPr>
        <p:txBody>
          <a:bodyPr/>
          <a:lstStyle>
            <a:lvl1pPr>
              <a:defRPr/>
            </a:lvl1pPr>
          </a:lstStyle>
          <a:p>
            <a:fld id="{AE9E2E97-EAE7-4386-88DC-7364DDD24368}" type="datetimeFigureOut">
              <a:rPr lang="en-US" smtClean="0"/>
              <a:t>09-Jan-17</a:t>
            </a:fld>
            <a:endParaRPr lang="en-US"/>
          </a:p>
        </p:txBody>
      </p:sp>
      <p:sp>
        <p:nvSpPr>
          <p:cNvPr id="6" name="Footer Placeholder 5"/>
          <p:cNvSpPr>
            <a:spLocks noGrp="1" noChangeArrowheads="1"/>
          </p:cNvSpPr>
          <p:nvPr>
            <p:ph type="ftr" sz="quarter" idx="11"/>
          </p:nvPr>
        </p:nvSpPr>
        <p:spPr>
          <a:xfrm>
            <a:off x="4165600" y="6245225"/>
            <a:ext cx="3860800" cy="476250"/>
          </a:xfrm>
          <a:prstGeom prst="rect">
            <a:avLst/>
          </a:prstGeom>
        </p:spPr>
        <p:txBody>
          <a:bodyPr/>
          <a:lstStyle>
            <a:lvl1pPr>
              <a:defRPr/>
            </a:lvl1pPr>
          </a:lstStyle>
          <a:p>
            <a:endParaRPr lang="en-US"/>
          </a:p>
        </p:txBody>
      </p:sp>
      <p:sp>
        <p:nvSpPr>
          <p:cNvPr id="7" name="Slide Number Placeholder 6"/>
          <p:cNvSpPr>
            <a:spLocks noGrp="1" noChangeArrowheads="1"/>
          </p:cNvSpPr>
          <p:nvPr>
            <p:ph type="sldNum" sz="quarter" idx="12"/>
          </p:nvPr>
        </p:nvSpPr>
        <p:spPr>
          <a:xfrm>
            <a:off x="609600" y="5943601"/>
            <a:ext cx="10972800" cy="777875"/>
          </a:xfrm>
          <a:prstGeom prst="rect">
            <a:avLst/>
          </a:prstGeom>
        </p:spPr>
        <p:txBody>
          <a:bodyPr/>
          <a:lstStyle>
            <a:lvl1pPr>
              <a:defRPr/>
            </a:lvl1pPr>
          </a:lstStyle>
          <a:p>
            <a:fld id="{505757B2-8DB5-4878-898B-2C2E9FBEAE6B}" type="slidenum">
              <a:rPr lang="en-US" smtClean="0"/>
              <a:t>‹#›</a:t>
            </a:fld>
            <a:endParaRPr lang="en-US"/>
          </a:p>
        </p:txBody>
      </p:sp>
    </p:spTree>
    <p:extLst>
      <p:ext uri="{BB962C8B-B14F-4D97-AF65-F5344CB8AC3E}">
        <p14:creationId xmlns:p14="http://schemas.microsoft.com/office/powerpoint/2010/main" val="268622142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609600" y="6245225"/>
            <a:ext cx="2844800" cy="476250"/>
          </a:xfrm>
          <a:prstGeom prst="rect">
            <a:avLst/>
          </a:prstGeom>
        </p:spPr>
        <p:txBody>
          <a:bodyPr/>
          <a:lstStyle>
            <a:lvl1pPr>
              <a:defRPr/>
            </a:lvl1pPr>
          </a:lstStyle>
          <a:p>
            <a:fld id="{AE9E2E97-EAE7-4386-88DC-7364DDD24368}" type="datetimeFigureOut">
              <a:rPr lang="en-US" smtClean="0"/>
              <a:t>09-Jan-17</a:t>
            </a:fld>
            <a:endParaRPr lang="en-US"/>
          </a:p>
        </p:txBody>
      </p:sp>
      <p:sp>
        <p:nvSpPr>
          <p:cNvPr id="4" name="Footer Placeholder 3"/>
          <p:cNvSpPr>
            <a:spLocks noGrp="1"/>
          </p:cNvSpPr>
          <p:nvPr>
            <p:ph type="ftr" sz="quarter" idx="11"/>
          </p:nvPr>
        </p:nvSpPr>
        <p:spPr>
          <a:xfrm>
            <a:off x="4165600" y="6245225"/>
            <a:ext cx="3860800" cy="476250"/>
          </a:xfrm>
          <a:prstGeom prst="rect">
            <a:avLst/>
          </a:prstGeom>
        </p:spPr>
        <p:txBody>
          <a:bodyPr/>
          <a:lstStyle>
            <a:lvl1pPr>
              <a:defRPr/>
            </a:lvl1pPr>
          </a:lstStyle>
          <a:p>
            <a:endParaRPr lang="en-US"/>
          </a:p>
        </p:txBody>
      </p:sp>
      <p:sp>
        <p:nvSpPr>
          <p:cNvPr id="5" name="Slide Number Placeholder 4"/>
          <p:cNvSpPr>
            <a:spLocks noGrp="1"/>
          </p:cNvSpPr>
          <p:nvPr>
            <p:ph type="sldNum" sz="quarter" idx="12"/>
          </p:nvPr>
        </p:nvSpPr>
        <p:spPr>
          <a:xfrm>
            <a:off x="609600" y="5943601"/>
            <a:ext cx="10972800" cy="777875"/>
          </a:xfrm>
          <a:prstGeom prst="rect">
            <a:avLst/>
          </a:prstGeom>
        </p:spPr>
        <p:txBody>
          <a:bodyPr/>
          <a:lstStyle>
            <a:lvl1pPr>
              <a:defRPr/>
            </a:lvl1pPr>
          </a:lstStyle>
          <a:p>
            <a:fld id="{505757B2-8DB5-4878-898B-2C2E9FBEAE6B}" type="slidenum">
              <a:rPr lang="en-US" smtClean="0"/>
              <a:t>‹#›</a:t>
            </a:fld>
            <a:endParaRPr lang="en-US"/>
          </a:p>
        </p:txBody>
      </p:sp>
    </p:spTree>
    <p:extLst>
      <p:ext uri="{BB962C8B-B14F-4D97-AF65-F5344CB8AC3E}">
        <p14:creationId xmlns:p14="http://schemas.microsoft.com/office/powerpoint/2010/main" val="324323632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1727200" y="1600201"/>
            <a:ext cx="98552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itle 14"/>
          <p:cNvSpPr>
            <a:spLocks noGrp="1"/>
          </p:cNvSpPr>
          <p:nvPr>
            <p:ph type="title"/>
          </p:nvPr>
        </p:nvSpPr>
        <p:spPr/>
        <p:txBody>
          <a:bodyPr/>
          <a:lstStyle/>
          <a:p>
            <a:r>
              <a:rPr lang="en-US"/>
              <a:t>Click to edit Master title style</a:t>
            </a:r>
          </a:p>
        </p:txBody>
      </p:sp>
      <p:sp>
        <p:nvSpPr>
          <p:cNvPr id="4" name="Footer Placeholder 13"/>
          <p:cNvSpPr>
            <a:spLocks noGrp="1"/>
          </p:cNvSpPr>
          <p:nvPr>
            <p:ph type="ftr" sz="quarter" idx="10"/>
            <p:custDataLst>
              <p:tags r:id="rId1"/>
            </p:custDataLst>
          </p:nvPr>
        </p:nvSpPr>
        <p:spPr>
          <a:xfrm>
            <a:off x="2336800" y="6324601"/>
            <a:ext cx="6400800" cy="365125"/>
          </a:xfrm>
          <a:prstGeom prst="rect">
            <a:avLst/>
          </a:prstGeom>
        </p:spPr>
        <p:txBody>
          <a:bodyPr/>
          <a:lstStyle>
            <a:lvl1pPr>
              <a:defRPr/>
            </a:lvl1pPr>
          </a:lstStyle>
          <a:p>
            <a:endParaRPr lang="en-US"/>
          </a:p>
        </p:txBody>
      </p:sp>
      <p:sp>
        <p:nvSpPr>
          <p:cNvPr id="5" name="Slide Number Placeholder 12"/>
          <p:cNvSpPr>
            <a:spLocks noGrp="1"/>
          </p:cNvSpPr>
          <p:nvPr>
            <p:ph type="sldNum" sz="quarter" idx="11"/>
            <p:custDataLst>
              <p:tags r:id="rId2"/>
            </p:custDataLst>
          </p:nvPr>
        </p:nvSpPr>
        <p:spPr>
          <a:xfrm>
            <a:off x="8636000" y="6400801"/>
            <a:ext cx="2844800" cy="365125"/>
          </a:xfrm>
          <a:prstGeom prst="rect">
            <a:avLst/>
          </a:prstGeom>
        </p:spPr>
        <p:txBody>
          <a:bodyPr/>
          <a:lstStyle>
            <a:lvl1pPr fontAlgn="base">
              <a:spcBef>
                <a:spcPct val="0"/>
              </a:spcBef>
              <a:spcAft>
                <a:spcPct val="0"/>
              </a:spcAft>
              <a:defRPr>
                <a:solidFill>
                  <a:srgbClr val="898989"/>
                </a:solidFill>
              </a:defRPr>
            </a:lvl1pPr>
          </a:lstStyle>
          <a:p>
            <a:fld id="{505757B2-8DB5-4878-898B-2C2E9FBEAE6B}" type="slidenum">
              <a:rPr lang="en-US" smtClean="0"/>
              <a:t>‹#›</a:t>
            </a:fld>
            <a:endParaRPr lang="en-US"/>
          </a:p>
        </p:txBody>
      </p:sp>
    </p:spTree>
    <p:extLst>
      <p:ext uri="{BB962C8B-B14F-4D97-AF65-F5344CB8AC3E}">
        <p14:creationId xmlns:p14="http://schemas.microsoft.com/office/powerpoint/2010/main" val="61779310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447803"/>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4038600"/>
            <a:ext cx="8534400" cy="1752600"/>
          </a:xfr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en-US"/>
              <a:t>Click to edit Master subtitle style</a:t>
            </a:r>
          </a:p>
        </p:txBody>
      </p:sp>
      <p:sp>
        <p:nvSpPr>
          <p:cNvPr id="4" name="Rectangle 4"/>
          <p:cNvSpPr>
            <a:spLocks noGrp="1" noChangeArrowheads="1"/>
          </p:cNvSpPr>
          <p:nvPr>
            <p:ph type="dt" sz="half" idx="10"/>
          </p:nvPr>
        </p:nvSpPr>
        <p:spPr>
          <a:xfrm>
            <a:off x="609600" y="6245225"/>
            <a:ext cx="2844800" cy="476250"/>
          </a:xfrm>
          <a:prstGeom prst="rect">
            <a:avLst/>
          </a:prstGeom>
        </p:spPr>
        <p:txBody>
          <a:bodyPr/>
          <a:lstStyle>
            <a:lvl1pPr>
              <a:defRPr/>
            </a:lvl1pPr>
          </a:lstStyle>
          <a:p>
            <a:fld id="{AE9E2E97-EAE7-4386-88DC-7364DDD24368}" type="datetimeFigureOut">
              <a:rPr lang="en-US" smtClean="0"/>
              <a:t>09-Jan-17</a:t>
            </a:fld>
            <a:endParaRPr lang="en-US"/>
          </a:p>
        </p:txBody>
      </p:sp>
      <p:sp>
        <p:nvSpPr>
          <p:cNvPr id="5" name="Rectangle 5"/>
          <p:cNvSpPr>
            <a:spLocks noGrp="1" noChangeArrowheads="1"/>
          </p:cNvSpPr>
          <p:nvPr>
            <p:ph type="ftr" sz="quarter" idx="11"/>
          </p:nvPr>
        </p:nvSpPr>
        <p:spPr>
          <a:xfrm>
            <a:off x="4165600" y="6245225"/>
            <a:ext cx="3860800" cy="476250"/>
          </a:xfrm>
          <a:prstGeom prst="rect">
            <a:avLst/>
          </a:prstGeom>
        </p:spPr>
        <p:txBody>
          <a:bodyPr/>
          <a:lstStyle>
            <a:lvl1pPr>
              <a:defRPr/>
            </a:lvl1pPr>
          </a:lstStyle>
          <a:p>
            <a:endParaRPr lang="en-US"/>
          </a:p>
        </p:txBody>
      </p:sp>
      <p:pic>
        <p:nvPicPr>
          <p:cNvPr id="6" name="Picture 5" descr="CNM logo_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68800" y="3"/>
            <a:ext cx="3403600" cy="12668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8091178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noFill/>
          <a:ln>
            <a:noFill/>
          </a:ln>
        </p:spPr>
        <p:txBody>
          <a:bodyPr vert="horz" wrap="square" lIns="91440" tIns="45720" rIns="91440" bIns="45720" numCol="1" anchor="ctr" anchorCtr="0" compatLnSpc="1">
            <a:prstTxWarp prst="textNoShape">
              <a:avLst/>
            </a:prstTxWarp>
          </a:bodyPr>
          <a:lstStyle>
            <a:lvl1pPr>
              <a:defRPr lang="en-US"/>
            </a:lvl1pPr>
          </a:lstStyle>
          <a:p>
            <a:pPr lvl="0"/>
            <a:r>
              <a:rPr lang="en-US"/>
              <a:t>Click to edit Master title style</a:t>
            </a:r>
            <a:endParaRPr lang="en-US" dirty="0"/>
          </a:p>
        </p:txBody>
      </p:sp>
      <p:sp>
        <p:nvSpPr>
          <p:cNvPr id="3" name="Content Placeholder 2"/>
          <p:cNvSpPr>
            <a:spLocks noGrp="1"/>
          </p:cNvSpPr>
          <p:nvPr>
            <p:ph idx="1"/>
          </p:nvPr>
        </p:nvSpPr>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Rectangle 4"/>
          <p:cNvSpPr>
            <a:spLocks noGrp="1" noChangeArrowheads="1"/>
          </p:cNvSpPr>
          <p:nvPr>
            <p:ph type="dt" sz="half" idx="10"/>
          </p:nvPr>
        </p:nvSpPr>
        <p:spPr>
          <a:xfrm>
            <a:off x="609600" y="6245225"/>
            <a:ext cx="2844800" cy="476250"/>
          </a:xfrm>
          <a:prstGeom prst="rect">
            <a:avLst/>
          </a:prstGeom>
        </p:spPr>
        <p:txBody>
          <a:bodyPr/>
          <a:lstStyle>
            <a:lvl1pPr>
              <a:defRPr/>
            </a:lvl1pPr>
          </a:lstStyle>
          <a:p>
            <a:fld id="{AE9E2E97-EAE7-4386-88DC-7364DDD24368}" type="datetimeFigureOut">
              <a:rPr lang="en-US" smtClean="0"/>
              <a:t>09-Jan-17</a:t>
            </a:fld>
            <a:endParaRPr lang="en-US"/>
          </a:p>
        </p:txBody>
      </p:sp>
      <p:sp>
        <p:nvSpPr>
          <p:cNvPr id="5" name="Rectangle 5"/>
          <p:cNvSpPr>
            <a:spLocks noGrp="1" noChangeArrowheads="1"/>
          </p:cNvSpPr>
          <p:nvPr>
            <p:ph type="ftr" sz="quarter" idx="11"/>
          </p:nvPr>
        </p:nvSpPr>
        <p:spPr>
          <a:xfrm>
            <a:off x="4165600" y="6245225"/>
            <a:ext cx="3860800" cy="476250"/>
          </a:xfrm>
          <a:prstGeom prst="rect">
            <a:avLst/>
          </a:prstGeom>
        </p:spPr>
        <p:txBody>
          <a:bodyPr/>
          <a:lstStyle>
            <a:lvl1pPr>
              <a:defRPr/>
            </a:lvl1pPr>
          </a:lstStyle>
          <a:p>
            <a:endParaRPr lang="en-US"/>
          </a:p>
        </p:txBody>
      </p:sp>
      <p:sp>
        <p:nvSpPr>
          <p:cNvPr id="6" name="Rectangle 6"/>
          <p:cNvSpPr>
            <a:spLocks noGrp="1" noChangeArrowheads="1"/>
          </p:cNvSpPr>
          <p:nvPr>
            <p:ph type="sldNum" sz="quarter" idx="12"/>
          </p:nvPr>
        </p:nvSpPr>
        <p:spPr>
          <a:xfrm>
            <a:off x="609600" y="5943603"/>
            <a:ext cx="10972800" cy="777875"/>
          </a:xfrm>
          <a:prstGeom prst="rect">
            <a:avLst/>
          </a:prstGeom>
        </p:spPr>
        <p:txBody>
          <a:bodyPr/>
          <a:lstStyle>
            <a:lvl1pPr>
              <a:defRPr/>
            </a:lvl1pPr>
          </a:lstStyle>
          <a:p>
            <a:fld id="{505757B2-8DB5-4878-898B-2C2E9FBEAE6B}" type="slidenum">
              <a:rPr lang="en-US" smtClean="0"/>
              <a:t>‹#›</a:t>
            </a:fld>
            <a:endParaRPr lang="en-US"/>
          </a:p>
        </p:txBody>
      </p:sp>
    </p:spTree>
    <p:extLst>
      <p:ext uri="{BB962C8B-B14F-4D97-AF65-F5344CB8AC3E}">
        <p14:creationId xmlns:p14="http://schemas.microsoft.com/office/powerpoint/2010/main" val="37226102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QualChecks">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lvl1pPr marL="257175" indent="-257175">
              <a:buFont typeface="Wingdings" panose="05000000000000000000" pitchFamily="2" charset="2"/>
              <a:buChar char="ü"/>
              <a:defRPr/>
            </a:lvl1pPr>
            <a:lvl2pPr marL="557213" indent="-214313">
              <a:buFont typeface="Wingdings" panose="05000000000000000000" pitchFamily="2" charset="2"/>
              <a:buChar char="ü"/>
              <a:defRPr/>
            </a:lvl2pPr>
            <a:lvl3pPr marL="857250" indent="-171450">
              <a:buFont typeface="Wingdings" panose="05000000000000000000" pitchFamily="2" charset="2"/>
              <a:buChar char="ü"/>
              <a:defRPr/>
            </a:lvl3pPr>
            <a:lvl4pPr marL="1200150" indent="-171450">
              <a:buFont typeface="Wingdings" panose="05000000000000000000" pitchFamily="2" charset="2"/>
              <a:buChar char="ü"/>
              <a:defRPr/>
            </a:lvl4pPr>
            <a:lvl5pPr marL="1543050" indent="-171450">
              <a:buFont typeface="Wingdings" panose="05000000000000000000" pitchFamily="2" charset="2"/>
              <a:buChar char="ü"/>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Rectangle 4"/>
          <p:cNvSpPr>
            <a:spLocks noGrp="1" noChangeArrowheads="1"/>
          </p:cNvSpPr>
          <p:nvPr>
            <p:ph type="dt" sz="half" idx="10"/>
          </p:nvPr>
        </p:nvSpPr>
        <p:spPr>
          <a:xfrm>
            <a:off x="609600" y="6245225"/>
            <a:ext cx="2844800" cy="476250"/>
          </a:xfrm>
          <a:prstGeom prst="rect">
            <a:avLst/>
          </a:prstGeom>
        </p:spPr>
        <p:txBody>
          <a:bodyPr/>
          <a:lstStyle>
            <a:lvl1pPr>
              <a:defRPr/>
            </a:lvl1pPr>
          </a:lstStyle>
          <a:p>
            <a:fld id="{E44B790D-B89D-43B7-BDD8-C6FEBD1A797B}" type="datetimeFigureOut">
              <a:rPr lang="en-US" smtClean="0"/>
              <a:t>09-Jan-17</a:t>
            </a:fld>
            <a:endParaRPr lang="en-US"/>
          </a:p>
        </p:txBody>
      </p:sp>
      <p:sp>
        <p:nvSpPr>
          <p:cNvPr id="5" name="Rectangle 5"/>
          <p:cNvSpPr>
            <a:spLocks noGrp="1" noChangeArrowheads="1"/>
          </p:cNvSpPr>
          <p:nvPr>
            <p:ph type="ftr" sz="quarter" idx="11"/>
          </p:nvPr>
        </p:nvSpPr>
        <p:spPr>
          <a:xfrm>
            <a:off x="4165600" y="6245225"/>
            <a:ext cx="3860800" cy="476250"/>
          </a:xfrm>
          <a:prstGeom prst="rect">
            <a:avLst/>
          </a:prstGeom>
        </p:spPr>
        <p:txBody>
          <a:bodyPr/>
          <a:lstStyle>
            <a:lvl1pPr>
              <a:defRPr/>
            </a:lvl1pPr>
          </a:lstStyle>
          <a:p>
            <a:endParaRPr lang="en-US"/>
          </a:p>
        </p:txBody>
      </p:sp>
      <p:sp>
        <p:nvSpPr>
          <p:cNvPr id="6" name="Rectangle 6"/>
          <p:cNvSpPr>
            <a:spLocks noGrp="1" noChangeArrowheads="1"/>
          </p:cNvSpPr>
          <p:nvPr>
            <p:ph type="sldNum" sz="quarter" idx="12"/>
          </p:nvPr>
        </p:nvSpPr>
        <p:spPr>
          <a:xfrm>
            <a:off x="609600" y="5943603"/>
            <a:ext cx="10972800" cy="777875"/>
          </a:xfrm>
          <a:prstGeom prst="rect">
            <a:avLst/>
          </a:prstGeom>
        </p:spPr>
        <p:txBody>
          <a:bodyPr/>
          <a:lstStyle>
            <a:lvl1pPr>
              <a:defRPr/>
            </a:lvl1pPr>
          </a:lstStyle>
          <a:p>
            <a:fld id="{61516C32-2EEE-4D37-A3D7-4BF53FB58388}" type="slidenum">
              <a:rPr lang="en-US" smtClean="0"/>
              <a:t>‹#›</a:t>
            </a:fld>
            <a:endParaRPr lang="en-US"/>
          </a:p>
        </p:txBody>
      </p:sp>
      <p:sp>
        <p:nvSpPr>
          <p:cNvPr id="7" name="TextBox 6"/>
          <p:cNvSpPr txBox="1"/>
          <p:nvPr/>
        </p:nvSpPr>
        <p:spPr>
          <a:xfrm>
            <a:off x="609600" y="471948"/>
            <a:ext cx="10972800" cy="1128250"/>
          </a:xfrm>
          <a:prstGeom prst="rect">
            <a:avLst/>
          </a:prstGeom>
          <a:noFill/>
          <a:ln>
            <a:noFill/>
          </a:ln>
        </p:spPr>
        <p:txBody>
          <a:bodyPr vert="horz" wrap="square" lIns="68580" tIns="34290" rIns="68580" bIns="34290" numCol="1" anchor="ctr" anchorCtr="0" compatLnSpc="1">
            <a:prstTxWarp prst="textNoShape">
              <a:avLst/>
            </a:prstTxWarp>
          </a:bodyPr>
          <a:lstStyle>
            <a:lvl1pPr lvl="0" algn="ctr" fontAlgn="base">
              <a:spcBef>
                <a:spcPct val="0"/>
              </a:spcBef>
              <a:spcAft>
                <a:spcPct val="0"/>
              </a:spcAft>
              <a:defRPr sz="4400">
                <a:solidFill>
                  <a:srgbClr val="004990"/>
                </a:solidFill>
                <a:latin typeface="+mj-lt"/>
                <a:ea typeface="+mj-ea"/>
                <a:cs typeface="+mj-cs"/>
              </a:defRPr>
            </a:lvl1pPr>
            <a:lvl2pPr algn="ctr" fontAlgn="base">
              <a:spcBef>
                <a:spcPct val="0"/>
              </a:spcBef>
              <a:spcAft>
                <a:spcPct val="0"/>
              </a:spcAft>
              <a:defRPr sz="4400">
                <a:solidFill>
                  <a:srgbClr val="004990"/>
                </a:solidFill>
                <a:latin typeface="Arial Black" pitchFamily="34" charset="0"/>
              </a:defRPr>
            </a:lvl2pPr>
            <a:lvl3pPr algn="ctr" fontAlgn="base">
              <a:spcBef>
                <a:spcPct val="0"/>
              </a:spcBef>
              <a:spcAft>
                <a:spcPct val="0"/>
              </a:spcAft>
              <a:defRPr sz="4400">
                <a:solidFill>
                  <a:srgbClr val="004990"/>
                </a:solidFill>
                <a:latin typeface="Arial Black" pitchFamily="34" charset="0"/>
              </a:defRPr>
            </a:lvl3pPr>
            <a:lvl4pPr algn="ctr" fontAlgn="base">
              <a:spcBef>
                <a:spcPct val="0"/>
              </a:spcBef>
              <a:spcAft>
                <a:spcPct val="0"/>
              </a:spcAft>
              <a:defRPr sz="4400">
                <a:solidFill>
                  <a:srgbClr val="004990"/>
                </a:solidFill>
                <a:latin typeface="Arial Black" pitchFamily="34" charset="0"/>
              </a:defRPr>
            </a:lvl4pPr>
            <a:lvl5pPr algn="ctr" fontAlgn="base">
              <a:spcBef>
                <a:spcPct val="0"/>
              </a:spcBef>
              <a:spcAft>
                <a:spcPct val="0"/>
              </a:spcAft>
              <a:defRPr sz="4400">
                <a:solidFill>
                  <a:srgbClr val="004990"/>
                </a:solidFill>
                <a:latin typeface="Arial Black" pitchFamily="34" charset="0"/>
              </a:defRPr>
            </a:lvl5pPr>
            <a:lvl6pPr marL="457200" algn="ctr" fontAlgn="base">
              <a:spcBef>
                <a:spcPct val="0"/>
              </a:spcBef>
              <a:spcAft>
                <a:spcPct val="0"/>
              </a:spcAft>
              <a:defRPr sz="4400">
                <a:solidFill>
                  <a:srgbClr val="004990"/>
                </a:solidFill>
                <a:latin typeface="Arial Black" pitchFamily="34" charset="0"/>
              </a:defRPr>
            </a:lvl6pPr>
            <a:lvl7pPr marL="914400" algn="ctr" fontAlgn="base">
              <a:spcBef>
                <a:spcPct val="0"/>
              </a:spcBef>
              <a:spcAft>
                <a:spcPct val="0"/>
              </a:spcAft>
              <a:defRPr sz="4400">
                <a:solidFill>
                  <a:srgbClr val="004990"/>
                </a:solidFill>
                <a:latin typeface="Arial Black" pitchFamily="34" charset="0"/>
              </a:defRPr>
            </a:lvl7pPr>
            <a:lvl8pPr marL="1371600" algn="ctr" fontAlgn="base">
              <a:spcBef>
                <a:spcPct val="0"/>
              </a:spcBef>
              <a:spcAft>
                <a:spcPct val="0"/>
              </a:spcAft>
              <a:defRPr sz="4400">
                <a:solidFill>
                  <a:srgbClr val="004990"/>
                </a:solidFill>
                <a:latin typeface="Arial Black" pitchFamily="34" charset="0"/>
              </a:defRPr>
            </a:lvl8pPr>
            <a:lvl9pPr marL="1828800" algn="ctr" fontAlgn="base">
              <a:spcBef>
                <a:spcPct val="0"/>
              </a:spcBef>
              <a:spcAft>
                <a:spcPct val="0"/>
              </a:spcAft>
              <a:defRPr sz="4400">
                <a:solidFill>
                  <a:srgbClr val="004990"/>
                </a:solidFill>
                <a:latin typeface="Arial Black" pitchFamily="34" charset="0"/>
              </a:defRPr>
            </a:lvl9pPr>
          </a:lstStyle>
          <a:p>
            <a:pPr lvl="0"/>
            <a:r>
              <a:rPr lang="en-US" sz="3300" dirty="0"/>
              <a:t>Quality Check Items</a:t>
            </a:r>
          </a:p>
        </p:txBody>
      </p:sp>
    </p:spTree>
    <p:extLst>
      <p:ext uri="{BB962C8B-B14F-4D97-AF65-F5344CB8AC3E}">
        <p14:creationId xmlns:p14="http://schemas.microsoft.com/office/powerpoint/2010/main" val="137800316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a:t>Edit Master text styles</a:t>
            </a:r>
          </a:p>
        </p:txBody>
      </p:sp>
      <p:sp>
        <p:nvSpPr>
          <p:cNvPr id="4" name="Rectangle 4"/>
          <p:cNvSpPr>
            <a:spLocks noGrp="1" noChangeArrowheads="1"/>
          </p:cNvSpPr>
          <p:nvPr>
            <p:ph type="dt" sz="half" idx="10"/>
          </p:nvPr>
        </p:nvSpPr>
        <p:spPr>
          <a:xfrm>
            <a:off x="609600" y="6245225"/>
            <a:ext cx="2844800" cy="476250"/>
          </a:xfrm>
          <a:prstGeom prst="rect">
            <a:avLst/>
          </a:prstGeom>
        </p:spPr>
        <p:txBody>
          <a:bodyPr/>
          <a:lstStyle>
            <a:lvl1pPr>
              <a:defRPr/>
            </a:lvl1pPr>
          </a:lstStyle>
          <a:p>
            <a:fld id="{AE9E2E97-EAE7-4386-88DC-7364DDD24368}" type="datetimeFigureOut">
              <a:rPr lang="en-US" smtClean="0"/>
              <a:t>09-Jan-17</a:t>
            </a:fld>
            <a:endParaRPr lang="en-US"/>
          </a:p>
        </p:txBody>
      </p:sp>
      <p:sp>
        <p:nvSpPr>
          <p:cNvPr id="5" name="Rectangle 5"/>
          <p:cNvSpPr>
            <a:spLocks noGrp="1" noChangeArrowheads="1"/>
          </p:cNvSpPr>
          <p:nvPr>
            <p:ph type="ftr" sz="quarter" idx="11"/>
          </p:nvPr>
        </p:nvSpPr>
        <p:spPr>
          <a:xfrm>
            <a:off x="4165600" y="6245225"/>
            <a:ext cx="3860800" cy="476250"/>
          </a:xfrm>
          <a:prstGeom prst="rect">
            <a:avLst/>
          </a:prstGeom>
        </p:spPr>
        <p:txBody>
          <a:bodyPr/>
          <a:lstStyle>
            <a:lvl1pPr>
              <a:defRPr/>
            </a:lvl1pPr>
          </a:lstStyle>
          <a:p>
            <a:endParaRPr lang="en-US"/>
          </a:p>
        </p:txBody>
      </p:sp>
      <p:sp>
        <p:nvSpPr>
          <p:cNvPr id="6" name="Rectangle 6"/>
          <p:cNvSpPr>
            <a:spLocks noGrp="1" noChangeArrowheads="1"/>
          </p:cNvSpPr>
          <p:nvPr>
            <p:ph type="sldNum" sz="quarter" idx="12"/>
          </p:nvPr>
        </p:nvSpPr>
        <p:spPr>
          <a:xfrm>
            <a:off x="609600" y="5943603"/>
            <a:ext cx="10972800" cy="777875"/>
          </a:xfrm>
          <a:prstGeom prst="rect">
            <a:avLst/>
          </a:prstGeom>
        </p:spPr>
        <p:txBody>
          <a:bodyPr/>
          <a:lstStyle>
            <a:lvl1pPr>
              <a:defRPr/>
            </a:lvl1pPr>
          </a:lstStyle>
          <a:p>
            <a:fld id="{505757B2-8DB5-4878-898B-2C2E9FBEAE6B}" type="slidenum">
              <a:rPr lang="en-US" smtClean="0"/>
              <a:t>‹#›</a:t>
            </a:fld>
            <a:endParaRPr lang="en-US"/>
          </a:p>
        </p:txBody>
      </p:sp>
    </p:spTree>
    <p:extLst>
      <p:ext uri="{BB962C8B-B14F-4D97-AF65-F5344CB8AC3E}">
        <p14:creationId xmlns:p14="http://schemas.microsoft.com/office/powerpoint/2010/main" val="417017806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5384800" cy="39624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0"/>
            <a:ext cx="5384800" cy="39624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noChangeArrowheads="1"/>
          </p:cNvSpPr>
          <p:nvPr>
            <p:ph type="dt" sz="half" idx="10"/>
          </p:nvPr>
        </p:nvSpPr>
        <p:spPr>
          <a:xfrm>
            <a:off x="609600" y="6245225"/>
            <a:ext cx="2844800" cy="476250"/>
          </a:xfrm>
          <a:prstGeom prst="rect">
            <a:avLst/>
          </a:prstGeom>
        </p:spPr>
        <p:txBody>
          <a:bodyPr/>
          <a:lstStyle>
            <a:lvl1pPr>
              <a:defRPr/>
            </a:lvl1pPr>
          </a:lstStyle>
          <a:p>
            <a:fld id="{AE9E2E97-EAE7-4386-88DC-7364DDD24368}" type="datetimeFigureOut">
              <a:rPr lang="en-US" smtClean="0"/>
              <a:t>09-Jan-17</a:t>
            </a:fld>
            <a:endParaRPr lang="en-US"/>
          </a:p>
        </p:txBody>
      </p:sp>
      <p:sp>
        <p:nvSpPr>
          <p:cNvPr id="6" name="Footer Placeholder 5"/>
          <p:cNvSpPr>
            <a:spLocks noGrp="1" noChangeArrowheads="1"/>
          </p:cNvSpPr>
          <p:nvPr>
            <p:ph type="ftr" sz="quarter" idx="11"/>
          </p:nvPr>
        </p:nvSpPr>
        <p:spPr>
          <a:xfrm>
            <a:off x="4165600" y="6245225"/>
            <a:ext cx="3860800" cy="476250"/>
          </a:xfrm>
          <a:prstGeom prst="rect">
            <a:avLst/>
          </a:prstGeom>
        </p:spPr>
        <p:txBody>
          <a:bodyPr/>
          <a:lstStyle>
            <a:lvl1pPr>
              <a:defRPr/>
            </a:lvl1pPr>
          </a:lstStyle>
          <a:p>
            <a:endParaRPr lang="en-US"/>
          </a:p>
        </p:txBody>
      </p:sp>
      <p:sp>
        <p:nvSpPr>
          <p:cNvPr id="7" name="Slide Number Placeholder 6"/>
          <p:cNvSpPr>
            <a:spLocks noGrp="1" noChangeArrowheads="1"/>
          </p:cNvSpPr>
          <p:nvPr>
            <p:ph type="sldNum" sz="quarter" idx="12"/>
          </p:nvPr>
        </p:nvSpPr>
        <p:spPr>
          <a:xfrm>
            <a:off x="609600" y="5943603"/>
            <a:ext cx="10972800" cy="777875"/>
          </a:xfrm>
          <a:prstGeom prst="rect">
            <a:avLst/>
          </a:prstGeom>
        </p:spPr>
        <p:txBody>
          <a:bodyPr/>
          <a:lstStyle>
            <a:lvl1pPr>
              <a:defRPr/>
            </a:lvl1pPr>
          </a:lstStyle>
          <a:p>
            <a:fld id="{505757B2-8DB5-4878-898B-2C2E9FBEAE6B}" type="slidenum">
              <a:rPr lang="en-US" smtClean="0"/>
              <a:t>‹#›</a:t>
            </a:fld>
            <a:endParaRPr lang="en-US"/>
          </a:p>
        </p:txBody>
      </p:sp>
    </p:spTree>
    <p:extLst>
      <p:ext uri="{BB962C8B-B14F-4D97-AF65-F5344CB8AC3E}">
        <p14:creationId xmlns:p14="http://schemas.microsoft.com/office/powerpoint/2010/main" val="46574176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xfrm>
            <a:off x="609600" y="6245225"/>
            <a:ext cx="2844800" cy="476250"/>
          </a:xfrm>
          <a:prstGeom prst="rect">
            <a:avLst/>
          </a:prstGeom>
        </p:spPr>
        <p:txBody>
          <a:bodyPr/>
          <a:lstStyle>
            <a:lvl1pPr>
              <a:defRPr/>
            </a:lvl1pPr>
          </a:lstStyle>
          <a:p>
            <a:fld id="{AE9E2E97-EAE7-4386-88DC-7364DDD24368}" type="datetimeFigureOut">
              <a:rPr lang="en-US" smtClean="0"/>
              <a:t>09-Jan-17</a:t>
            </a:fld>
            <a:endParaRPr lang="en-US"/>
          </a:p>
        </p:txBody>
      </p:sp>
      <p:sp>
        <p:nvSpPr>
          <p:cNvPr id="8" name="Rectangle 5"/>
          <p:cNvSpPr>
            <a:spLocks noGrp="1" noChangeArrowheads="1"/>
          </p:cNvSpPr>
          <p:nvPr>
            <p:ph type="ftr" sz="quarter" idx="11"/>
          </p:nvPr>
        </p:nvSpPr>
        <p:spPr>
          <a:xfrm>
            <a:off x="4165600" y="6245225"/>
            <a:ext cx="3860800" cy="476250"/>
          </a:xfrm>
          <a:prstGeom prst="rect">
            <a:avLst/>
          </a:prstGeom>
        </p:spPr>
        <p:txBody>
          <a:bodyPr/>
          <a:lstStyle>
            <a:lvl1pPr>
              <a:defRPr/>
            </a:lvl1pPr>
          </a:lstStyle>
          <a:p>
            <a:endParaRPr lang="en-US"/>
          </a:p>
        </p:txBody>
      </p:sp>
      <p:sp>
        <p:nvSpPr>
          <p:cNvPr id="9" name="Rectangle 6"/>
          <p:cNvSpPr>
            <a:spLocks noGrp="1" noChangeArrowheads="1"/>
          </p:cNvSpPr>
          <p:nvPr>
            <p:ph type="sldNum" sz="quarter" idx="12"/>
          </p:nvPr>
        </p:nvSpPr>
        <p:spPr>
          <a:xfrm>
            <a:off x="609600" y="5943603"/>
            <a:ext cx="10972800" cy="777875"/>
          </a:xfrm>
          <a:prstGeom prst="rect">
            <a:avLst/>
          </a:prstGeom>
        </p:spPr>
        <p:txBody>
          <a:bodyPr/>
          <a:lstStyle>
            <a:lvl1pPr>
              <a:defRPr/>
            </a:lvl1pPr>
          </a:lstStyle>
          <a:p>
            <a:fld id="{505757B2-8DB5-4878-898B-2C2E9FBEAE6B}" type="slidenum">
              <a:rPr lang="en-US" smtClean="0"/>
              <a:t>‹#›</a:t>
            </a:fld>
            <a:endParaRPr lang="en-US"/>
          </a:p>
        </p:txBody>
      </p:sp>
    </p:spTree>
    <p:extLst>
      <p:ext uri="{BB962C8B-B14F-4D97-AF65-F5344CB8AC3E}">
        <p14:creationId xmlns:p14="http://schemas.microsoft.com/office/powerpoint/2010/main" val="367492061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xfrm>
            <a:off x="609600" y="6245225"/>
            <a:ext cx="2844800" cy="476250"/>
          </a:xfrm>
          <a:prstGeom prst="rect">
            <a:avLst/>
          </a:prstGeom>
        </p:spPr>
        <p:txBody>
          <a:bodyPr/>
          <a:lstStyle>
            <a:lvl1pPr>
              <a:defRPr/>
            </a:lvl1pPr>
          </a:lstStyle>
          <a:p>
            <a:fld id="{AE9E2E97-EAE7-4386-88DC-7364DDD24368}" type="datetimeFigureOut">
              <a:rPr lang="en-US" smtClean="0"/>
              <a:t>09-Jan-17</a:t>
            </a:fld>
            <a:endParaRPr lang="en-US"/>
          </a:p>
        </p:txBody>
      </p:sp>
      <p:sp>
        <p:nvSpPr>
          <p:cNvPr id="4" name="Rectangle 5"/>
          <p:cNvSpPr>
            <a:spLocks noGrp="1" noChangeArrowheads="1"/>
          </p:cNvSpPr>
          <p:nvPr>
            <p:ph type="ftr" sz="quarter" idx="11"/>
          </p:nvPr>
        </p:nvSpPr>
        <p:spPr>
          <a:xfrm>
            <a:off x="4165600" y="6245225"/>
            <a:ext cx="3860800" cy="476250"/>
          </a:xfrm>
          <a:prstGeom prst="rect">
            <a:avLst/>
          </a:prstGeom>
        </p:spPr>
        <p:txBody>
          <a:bodyPr/>
          <a:lstStyle>
            <a:lvl1pPr>
              <a:defRPr/>
            </a:lvl1pPr>
          </a:lstStyle>
          <a:p>
            <a:endParaRPr lang="en-US"/>
          </a:p>
        </p:txBody>
      </p:sp>
      <p:sp>
        <p:nvSpPr>
          <p:cNvPr id="5" name="Rectangle 6"/>
          <p:cNvSpPr>
            <a:spLocks noGrp="1" noChangeArrowheads="1"/>
          </p:cNvSpPr>
          <p:nvPr>
            <p:ph type="sldNum" sz="quarter" idx="12"/>
          </p:nvPr>
        </p:nvSpPr>
        <p:spPr>
          <a:xfrm>
            <a:off x="609600" y="5943603"/>
            <a:ext cx="10972800" cy="777875"/>
          </a:xfrm>
          <a:prstGeom prst="rect">
            <a:avLst/>
          </a:prstGeom>
        </p:spPr>
        <p:txBody>
          <a:bodyPr/>
          <a:lstStyle>
            <a:lvl1pPr>
              <a:defRPr/>
            </a:lvl1pPr>
          </a:lstStyle>
          <a:p>
            <a:fld id="{505757B2-8DB5-4878-898B-2C2E9FBEAE6B}" type="slidenum">
              <a:rPr lang="en-US" smtClean="0"/>
              <a:t>‹#›</a:t>
            </a:fld>
            <a:endParaRPr lang="en-US"/>
          </a:p>
        </p:txBody>
      </p:sp>
    </p:spTree>
    <p:extLst>
      <p:ext uri="{BB962C8B-B14F-4D97-AF65-F5344CB8AC3E}">
        <p14:creationId xmlns:p14="http://schemas.microsoft.com/office/powerpoint/2010/main" val="61927899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xfrm>
            <a:off x="609600" y="6245225"/>
            <a:ext cx="2844800" cy="476250"/>
          </a:xfrm>
          <a:prstGeom prst="rect">
            <a:avLst/>
          </a:prstGeom>
        </p:spPr>
        <p:txBody>
          <a:bodyPr/>
          <a:lstStyle>
            <a:lvl1pPr>
              <a:defRPr/>
            </a:lvl1pPr>
          </a:lstStyle>
          <a:p>
            <a:fld id="{AE9E2E97-EAE7-4386-88DC-7364DDD24368}" type="datetimeFigureOut">
              <a:rPr lang="en-US" smtClean="0"/>
              <a:t>09-Jan-17</a:t>
            </a:fld>
            <a:endParaRPr lang="en-US"/>
          </a:p>
        </p:txBody>
      </p:sp>
      <p:sp>
        <p:nvSpPr>
          <p:cNvPr id="3" name="Rectangle 5"/>
          <p:cNvSpPr>
            <a:spLocks noGrp="1" noChangeArrowheads="1"/>
          </p:cNvSpPr>
          <p:nvPr>
            <p:ph type="ftr" sz="quarter" idx="11"/>
          </p:nvPr>
        </p:nvSpPr>
        <p:spPr>
          <a:xfrm>
            <a:off x="4165600" y="6245225"/>
            <a:ext cx="3860800" cy="476250"/>
          </a:xfrm>
          <a:prstGeom prst="rect">
            <a:avLst/>
          </a:prstGeom>
        </p:spPr>
        <p:txBody>
          <a:bodyPr/>
          <a:lstStyle>
            <a:lvl1pPr>
              <a:defRPr/>
            </a:lvl1pPr>
          </a:lstStyle>
          <a:p>
            <a:endParaRPr lang="en-US"/>
          </a:p>
        </p:txBody>
      </p:sp>
      <p:sp>
        <p:nvSpPr>
          <p:cNvPr id="4" name="Rectangle 6"/>
          <p:cNvSpPr>
            <a:spLocks noGrp="1" noChangeArrowheads="1"/>
          </p:cNvSpPr>
          <p:nvPr>
            <p:ph type="sldNum" sz="quarter" idx="12"/>
          </p:nvPr>
        </p:nvSpPr>
        <p:spPr>
          <a:xfrm>
            <a:off x="609600" y="5943603"/>
            <a:ext cx="10972800" cy="777875"/>
          </a:xfrm>
          <a:prstGeom prst="rect">
            <a:avLst/>
          </a:prstGeom>
        </p:spPr>
        <p:txBody>
          <a:bodyPr/>
          <a:lstStyle>
            <a:lvl1pPr>
              <a:defRPr/>
            </a:lvl1pPr>
          </a:lstStyle>
          <a:p>
            <a:fld id="{505757B2-8DB5-4878-898B-2C2E9FBEAE6B}" type="slidenum">
              <a:rPr lang="en-US" smtClean="0"/>
              <a:t>‹#›</a:t>
            </a:fld>
            <a:endParaRPr lang="en-US"/>
          </a:p>
        </p:txBody>
      </p:sp>
    </p:spTree>
    <p:extLst>
      <p:ext uri="{BB962C8B-B14F-4D97-AF65-F5344CB8AC3E}">
        <p14:creationId xmlns:p14="http://schemas.microsoft.com/office/powerpoint/2010/main" val="21569153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xfrm>
            <a:off x="609600" y="6245225"/>
            <a:ext cx="2844800" cy="476250"/>
          </a:xfrm>
          <a:prstGeom prst="rect">
            <a:avLst/>
          </a:prstGeom>
        </p:spPr>
        <p:txBody>
          <a:bodyPr/>
          <a:lstStyle>
            <a:lvl1pPr>
              <a:defRPr/>
            </a:lvl1pPr>
          </a:lstStyle>
          <a:p>
            <a:fld id="{AE9E2E97-EAE7-4386-88DC-7364DDD24368}" type="datetimeFigureOut">
              <a:rPr lang="en-US" smtClean="0"/>
              <a:t>09-Jan-17</a:t>
            </a:fld>
            <a:endParaRPr lang="en-US"/>
          </a:p>
        </p:txBody>
      </p:sp>
      <p:sp>
        <p:nvSpPr>
          <p:cNvPr id="3" name="Rectangle 5"/>
          <p:cNvSpPr>
            <a:spLocks noGrp="1" noChangeArrowheads="1"/>
          </p:cNvSpPr>
          <p:nvPr>
            <p:ph type="ftr" sz="quarter" idx="11"/>
          </p:nvPr>
        </p:nvSpPr>
        <p:spPr>
          <a:xfrm>
            <a:off x="4165600" y="6245225"/>
            <a:ext cx="3860800" cy="476250"/>
          </a:xfrm>
          <a:prstGeom prst="rect">
            <a:avLst/>
          </a:prstGeom>
        </p:spPr>
        <p:txBody>
          <a:bodyPr/>
          <a:lstStyle>
            <a:lvl1pPr>
              <a:defRPr/>
            </a:lvl1pPr>
          </a:lstStyle>
          <a:p>
            <a:endParaRPr lang="en-US"/>
          </a:p>
        </p:txBody>
      </p:sp>
      <p:sp>
        <p:nvSpPr>
          <p:cNvPr id="4" name="Rectangle 6"/>
          <p:cNvSpPr>
            <a:spLocks noGrp="1" noChangeArrowheads="1"/>
          </p:cNvSpPr>
          <p:nvPr>
            <p:ph type="sldNum" sz="quarter" idx="12"/>
          </p:nvPr>
        </p:nvSpPr>
        <p:spPr>
          <a:xfrm>
            <a:off x="609600" y="5943603"/>
            <a:ext cx="10972800" cy="777875"/>
          </a:xfrm>
          <a:prstGeom prst="rect">
            <a:avLst/>
          </a:prstGeom>
        </p:spPr>
        <p:txBody>
          <a:bodyPr/>
          <a:lstStyle>
            <a:lvl1pPr>
              <a:defRPr/>
            </a:lvl1pPr>
          </a:lstStyle>
          <a:p>
            <a:fld id="{505757B2-8DB5-4878-898B-2C2E9FBEAE6B}" type="slidenum">
              <a:rPr lang="en-US" smtClean="0"/>
              <a:t>‹#›</a:t>
            </a:fld>
            <a:endParaRPr lang="en-US"/>
          </a:p>
        </p:txBody>
      </p:sp>
      <p:sp>
        <p:nvSpPr>
          <p:cNvPr id="5" name="Slide Number Placeholder 1"/>
          <p:cNvSpPr txBox="1">
            <a:spLocks/>
          </p:cNvSpPr>
          <p:nvPr/>
        </p:nvSpPr>
        <p:spPr>
          <a:xfrm>
            <a:off x="609600" y="5943603"/>
            <a:ext cx="10972800" cy="777875"/>
          </a:xfrm>
          <a:prstGeom prst="rect">
            <a:avLst/>
          </a:prstGeo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mn-ea"/>
                <a:cs typeface="Arial" charset="0"/>
              </a:defRPr>
            </a:lvl1pPr>
            <a:lvl2pPr marL="742950" indent="-285750" algn="l" defTabSz="914400" rtl="0" eaLnBrk="0" latinLnBrk="0" hangingPunct="0">
              <a:defRPr sz="1800" kern="1200">
                <a:solidFill>
                  <a:schemeClr val="tx1"/>
                </a:solidFill>
                <a:latin typeface="Arial" charset="0"/>
                <a:ea typeface="+mn-ea"/>
                <a:cs typeface="Arial" charset="0"/>
              </a:defRPr>
            </a:lvl2pPr>
            <a:lvl3pPr marL="1143000" indent="-228600" algn="l" defTabSz="914400" rtl="0" eaLnBrk="0" latinLnBrk="0" hangingPunct="0">
              <a:defRPr sz="1800" kern="1200">
                <a:solidFill>
                  <a:schemeClr val="tx1"/>
                </a:solidFill>
                <a:latin typeface="Arial" charset="0"/>
                <a:ea typeface="+mn-ea"/>
                <a:cs typeface="Arial" charset="0"/>
              </a:defRPr>
            </a:lvl3pPr>
            <a:lvl4pPr marL="1600200" indent="-228600" algn="l" defTabSz="914400" rtl="0" eaLnBrk="0" latinLnBrk="0" hangingPunct="0">
              <a:defRPr sz="1800" kern="1200">
                <a:solidFill>
                  <a:schemeClr val="tx1"/>
                </a:solidFill>
                <a:latin typeface="Arial" charset="0"/>
                <a:ea typeface="+mn-ea"/>
                <a:cs typeface="Arial" charset="0"/>
              </a:defRPr>
            </a:lvl4pPr>
            <a:lvl5pPr marL="2057400" indent="-228600" algn="l" defTabSz="914400" rtl="0" eaLnBrk="0" latinLnBrk="0" hangingPunct="0">
              <a:defRPr sz="1800" kern="1200">
                <a:solidFill>
                  <a:schemeClr val="tx1"/>
                </a:solidFill>
                <a:latin typeface="Arial" charset="0"/>
                <a:ea typeface="+mn-ea"/>
                <a:cs typeface="Arial" charset="0"/>
              </a:defRPr>
            </a:lvl5pPr>
            <a:lvl6pPr marL="2514600" indent="-228600" algn="l" defTabSz="914400" rtl="0" eaLnBrk="0" fontAlgn="base" latinLnBrk="0" hangingPunct="0">
              <a:spcBef>
                <a:spcPct val="0"/>
              </a:spcBef>
              <a:spcAft>
                <a:spcPct val="0"/>
              </a:spcAft>
              <a:defRPr sz="1800" kern="1200">
                <a:solidFill>
                  <a:schemeClr val="tx1"/>
                </a:solidFill>
                <a:latin typeface="Arial" charset="0"/>
                <a:ea typeface="+mn-ea"/>
                <a:cs typeface="Arial" charset="0"/>
              </a:defRPr>
            </a:lvl6pPr>
            <a:lvl7pPr marL="2971800" indent="-228600" algn="l" defTabSz="914400" rtl="0" eaLnBrk="0" fontAlgn="base" latinLnBrk="0" hangingPunct="0">
              <a:spcBef>
                <a:spcPct val="0"/>
              </a:spcBef>
              <a:spcAft>
                <a:spcPct val="0"/>
              </a:spcAft>
              <a:defRPr sz="1800" kern="1200">
                <a:solidFill>
                  <a:schemeClr val="tx1"/>
                </a:solidFill>
                <a:latin typeface="Arial" charset="0"/>
                <a:ea typeface="+mn-ea"/>
                <a:cs typeface="Arial" charset="0"/>
              </a:defRPr>
            </a:lvl7pPr>
            <a:lvl8pPr marL="3429000" indent="-228600" algn="l" defTabSz="914400" rtl="0" eaLnBrk="0" fontAlgn="base" latinLnBrk="0" hangingPunct="0">
              <a:spcBef>
                <a:spcPct val="0"/>
              </a:spcBef>
              <a:spcAft>
                <a:spcPct val="0"/>
              </a:spcAft>
              <a:defRPr sz="1800" kern="1200">
                <a:solidFill>
                  <a:schemeClr val="tx1"/>
                </a:solidFill>
                <a:latin typeface="Arial" charset="0"/>
                <a:ea typeface="+mn-ea"/>
                <a:cs typeface="Arial" charset="0"/>
              </a:defRPr>
            </a:lvl8pPr>
            <a:lvl9pPr marL="3886200" indent="-228600" algn="l" defTabSz="914400" rtl="0" eaLnBrk="0" fontAlgn="base" latinLnBrk="0" hangingPunct="0">
              <a:spcBef>
                <a:spcPct val="0"/>
              </a:spcBef>
              <a:spcAft>
                <a:spcPct val="0"/>
              </a:spcAft>
              <a:defRPr sz="1800" kern="1200">
                <a:solidFill>
                  <a:schemeClr val="tx1"/>
                </a:solidFill>
                <a:latin typeface="Arial" charset="0"/>
                <a:ea typeface="+mn-ea"/>
                <a:cs typeface="Arial" charset="0"/>
              </a:defRPr>
            </a:lvl9pPr>
          </a:lstStyle>
          <a:p>
            <a:pPr eaLnBrk="1" hangingPunct="1"/>
            <a:fld id="{BEC4B462-DC2D-47D4-8944-F81C2113999E}" type="slidenum">
              <a:rPr lang="en-US" sz="1350" smtClean="0"/>
              <a:pPr eaLnBrk="1" hangingPunct="1"/>
              <a:t>‹#›</a:t>
            </a:fld>
            <a:endParaRPr lang="en-US" sz="1350"/>
          </a:p>
        </p:txBody>
      </p:sp>
      <p:sp>
        <p:nvSpPr>
          <p:cNvPr id="7" name="TextBox 3"/>
          <p:cNvSpPr txBox="1">
            <a:spLocks noChangeArrowheads="1"/>
          </p:cNvSpPr>
          <p:nvPr/>
        </p:nvSpPr>
        <p:spPr bwMode="auto">
          <a:xfrm>
            <a:off x="304800" y="152401"/>
            <a:ext cx="5283200" cy="553998"/>
          </a:xfrm>
          <a:prstGeom prst="rect">
            <a:avLst/>
          </a:prstGeom>
          <a:solidFill>
            <a:schemeClr val="bg1">
              <a:alpha val="74901"/>
            </a:schemeClr>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s-ES" sz="3000" dirty="0"/>
              <a:t>Instructor </a:t>
            </a:r>
            <a:r>
              <a:rPr lang="es-ES" sz="3000" dirty="0" err="1"/>
              <a:t>Name</a:t>
            </a:r>
            <a:r>
              <a:rPr lang="es-ES" sz="3000" dirty="0"/>
              <a:t>:</a:t>
            </a:r>
          </a:p>
        </p:txBody>
      </p:sp>
      <p:sp>
        <p:nvSpPr>
          <p:cNvPr id="8" name="TextBox 3"/>
          <p:cNvSpPr txBox="1">
            <a:spLocks noChangeArrowheads="1"/>
          </p:cNvSpPr>
          <p:nvPr/>
        </p:nvSpPr>
        <p:spPr bwMode="auto">
          <a:xfrm>
            <a:off x="285753" y="873128"/>
            <a:ext cx="4692649" cy="1015663"/>
          </a:xfrm>
          <a:prstGeom prst="rect">
            <a:avLst/>
          </a:prstGeom>
          <a:solidFill>
            <a:schemeClr val="bg1">
              <a:alpha val="67058"/>
            </a:schemeClr>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sz="3000" dirty="0"/>
              <a:t>Instructor ID #:</a:t>
            </a:r>
          </a:p>
          <a:p>
            <a:pPr eaLnBrk="1" hangingPunct="1"/>
            <a:r>
              <a:rPr lang="en-US" sz="3000" dirty="0"/>
              <a:t>Class ID #:  </a:t>
            </a:r>
            <a:endParaRPr lang="es-ES" sz="3000" dirty="0"/>
          </a:p>
        </p:txBody>
      </p:sp>
      <p:sp>
        <p:nvSpPr>
          <p:cNvPr id="9" name="Rectangle 4"/>
          <p:cNvSpPr>
            <a:spLocks noChangeArrowheads="1"/>
          </p:cNvSpPr>
          <p:nvPr/>
        </p:nvSpPr>
        <p:spPr bwMode="auto">
          <a:xfrm>
            <a:off x="3048000" y="4038603"/>
            <a:ext cx="3249608" cy="1200329"/>
          </a:xfrm>
          <a:prstGeom prst="rect">
            <a:avLst/>
          </a:prstGeom>
          <a:solidFill>
            <a:schemeClr val="bg1">
              <a:lumMod val="95000"/>
              <a:alpha val="51000"/>
            </a:schemeClr>
          </a:solidFill>
          <a:ln w="9525">
            <a:noFill/>
            <a:miter lim="800000"/>
            <a:headEnd/>
            <a:tailEnd/>
          </a:ln>
        </p:spPr>
        <p:txBody>
          <a:bodyPr wrap="none">
            <a:spAutoFit/>
          </a:bodyPr>
          <a:lstStyle/>
          <a:p>
            <a:pPr>
              <a:defRPr/>
            </a:pPr>
            <a:r>
              <a:rPr lang="en-US" sz="7200" b="1" dirty="0">
                <a:latin typeface="Edwardian Script ITC" pitchFamily="66" charset="0"/>
              </a:rPr>
              <a:t>Thank you!</a:t>
            </a:r>
            <a:endParaRPr lang="es-ES" sz="7200" b="1" dirty="0">
              <a:latin typeface="Edwardian Script ITC" pitchFamily="66" charset="0"/>
            </a:endParaRPr>
          </a:p>
        </p:txBody>
      </p:sp>
      <p:sp>
        <p:nvSpPr>
          <p:cNvPr id="12" name="Text Placeholder 11"/>
          <p:cNvSpPr>
            <a:spLocks noGrp="1"/>
          </p:cNvSpPr>
          <p:nvPr>
            <p:ph type="body" sz="quarter" idx="13"/>
          </p:nvPr>
        </p:nvSpPr>
        <p:spPr>
          <a:xfrm>
            <a:off x="5588000" y="304800"/>
            <a:ext cx="5791200" cy="533400"/>
          </a:xfrm>
        </p:spPr>
        <p:txBody>
          <a:bodyPr/>
          <a:lstStyle>
            <a:lvl1pPr marL="0" indent="0">
              <a:buNone/>
              <a:defRPr/>
            </a:lvl1pPr>
          </a:lstStyle>
          <a:p>
            <a:pPr lvl="0"/>
            <a:r>
              <a:rPr lang="en-US"/>
              <a:t>Edit Master text styles</a:t>
            </a:r>
          </a:p>
        </p:txBody>
      </p:sp>
      <p:sp>
        <p:nvSpPr>
          <p:cNvPr id="13" name="Text Placeholder 11"/>
          <p:cNvSpPr>
            <a:spLocks noGrp="1"/>
          </p:cNvSpPr>
          <p:nvPr>
            <p:ph type="body" sz="quarter" idx="14"/>
          </p:nvPr>
        </p:nvSpPr>
        <p:spPr>
          <a:xfrm>
            <a:off x="5080000" y="990600"/>
            <a:ext cx="5791200" cy="533400"/>
          </a:xfrm>
        </p:spPr>
        <p:txBody>
          <a:bodyPr/>
          <a:lstStyle>
            <a:lvl1pPr marL="0" indent="0">
              <a:buNone/>
              <a:defRPr/>
            </a:lvl1pPr>
          </a:lstStyle>
          <a:p>
            <a:pPr lvl="0"/>
            <a:r>
              <a:rPr lang="en-US"/>
              <a:t>Edit Master text styles</a:t>
            </a:r>
          </a:p>
        </p:txBody>
      </p:sp>
      <p:sp>
        <p:nvSpPr>
          <p:cNvPr id="14" name="Text Placeholder 11"/>
          <p:cNvSpPr>
            <a:spLocks noGrp="1"/>
          </p:cNvSpPr>
          <p:nvPr>
            <p:ph type="body" sz="quarter" idx="15"/>
          </p:nvPr>
        </p:nvSpPr>
        <p:spPr>
          <a:xfrm>
            <a:off x="3860800" y="1600200"/>
            <a:ext cx="5791200" cy="533400"/>
          </a:xfrm>
        </p:spPr>
        <p:txBody>
          <a:bodyPr/>
          <a:lstStyle>
            <a:lvl1pPr marL="0" indent="0">
              <a:buNone/>
              <a:defRPr/>
            </a:lvl1pPr>
          </a:lstStyle>
          <a:p>
            <a:pPr lvl="0"/>
            <a:r>
              <a:rPr lang="en-US"/>
              <a:t>Edit Master text styles</a:t>
            </a:r>
          </a:p>
        </p:txBody>
      </p:sp>
    </p:spTree>
    <p:extLst>
      <p:ext uri="{BB962C8B-B14F-4D97-AF65-F5344CB8AC3E}">
        <p14:creationId xmlns:p14="http://schemas.microsoft.com/office/powerpoint/2010/main" val="102739205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Questions">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xfrm>
            <a:off x="609600" y="6245225"/>
            <a:ext cx="2844800" cy="476250"/>
          </a:xfrm>
          <a:prstGeom prst="rect">
            <a:avLst/>
          </a:prstGeom>
        </p:spPr>
        <p:txBody>
          <a:bodyPr/>
          <a:lstStyle>
            <a:lvl1pPr>
              <a:defRPr/>
            </a:lvl1pPr>
          </a:lstStyle>
          <a:p>
            <a:fld id="{AE9E2E97-EAE7-4386-88DC-7364DDD24368}" type="datetimeFigureOut">
              <a:rPr lang="en-US" smtClean="0"/>
              <a:t>09-Jan-17</a:t>
            </a:fld>
            <a:endParaRPr lang="en-US"/>
          </a:p>
        </p:txBody>
      </p:sp>
      <p:sp>
        <p:nvSpPr>
          <p:cNvPr id="3" name="Rectangle 5"/>
          <p:cNvSpPr>
            <a:spLocks noGrp="1" noChangeArrowheads="1"/>
          </p:cNvSpPr>
          <p:nvPr>
            <p:ph type="ftr" sz="quarter" idx="11"/>
          </p:nvPr>
        </p:nvSpPr>
        <p:spPr>
          <a:xfrm>
            <a:off x="4165600" y="6245225"/>
            <a:ext cx="3860800" cy="476250"/>
          </a:xfrm>
          <a:prstGeom prst="rect">
            <a:avLst/>
          </a:prstGeom>
        </p:spPr>
        <p:txBody>
          <a:bodyPr/>
          <a:lstStyle>
            <a:lvl1pPr>
              <a:defRPr/>
            </a:lvl1pPr>
          </a:lstStyle>
          <a:p>
            <a:endParaRPr lang="en-US"/>
          </a:p>
        </p:txBody>
      </p:sp>
      <p:sp>
        <p:nvSpPr>
          <p:cNvPr id="4" name="Rectangle 6"/>
          <p:cNvSpPr>
            <a:spLocks noGrp="1" noChangeArrowheads="1"/>
          </p:cNvSpPr>
          <p:nvPr>
            <p:ph type="sldNum" sz="quarter" idx="12"/>
          </p:nvPr>
        </p:nvSpPr>
        <p:spPr>
          <a:xfrm>
            <a:off x="609600" y="5943603"/>
            <a:ext cx="10972800" cy="777875"/>
          </a:xfrm>
          <a:prstGeom prst="rect">
            <a:avLst/>
          </a:prstGeom>
        </p:spPr>
        <p:txBody>
          <a:bodyPr/>
          <a:lstStyle>
            <a:lvl1pPr>
              <a:defRPr/>
            </a:lvl1pPr>
          </a:lstStyle>
          <a:p>
            <a:fld id="{505757B2-8DB5-4878-898B-2C2E9FBEAE6B}" type="slidenum">
              <a:rPr lang="en-US" smtClean="0"/>
              <a:t>‹#›</a:t>
            </a:fld>
            <a:endParaRPr lang="en-US"/>
          </a:p>
        </p:txBody>
      </p:sp>
      <p:sp>
        <p:nvSpPr>
          <p:cNvPr id="7" name="Title 1"/>
          <p:cNvSpPr txBox="1">
            <a:spLocks/>
          </p:cNvSpPr>
          <p:nvPr/>
        </p:nvSpPr>
        <p:spPr bwMode="auto">
          <a:xfrm>
            <a:off x="1016000" y="4419603"/>
            <a:ext cx="10363200" cy="13620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lvl1pPr algn="l" rtl="0" eaLnBrk="1" fontAlgn="base" hangingPunct="1">
              <a:spcBef>
                <a:spcPct val="0"/>
              </a:spcBef>
              <a:spcAft>
                <a:spcPct val="0"/>
              </a:spcAft>
              <a:defRPr sz="4000" b="1" cap="all">
                <a:solidFill>
                  <a:srgbClr val="004990"/>
                </a:solidFill>
                <a:latin typeface="+mj-lt"/>
                <a:ea typeface="+mj-ea"/>
                <a:cs typeface="+mj-cs"/>
              </a:defRPr>
            </a:lvl1pPr>
            <a:lvl2pPr algn="ctr" rtl="0" eaLnBrk="1" fontAlgn="base" hangingPunct="1">
              <a:spcBef>
                <a:spcPct val="0"/>
              </a:spcBef>
              <a:spcAft>
                <a:spcPct val="0"/>
              </a:spcAft>
              <a:defRPr sz="4400">
                <a:solidFill>
                  <a:srgbClr val="004990"/>
                </a:solidFill>
                <a:latin typeface="Arial Black" pitchFamily="34" charset="0"/>
              </a:defRPr>
            </a:lvl2pPr>
            <a:lvl3pPr algn="ctr" rtl="0" eaLnBrk="1" fontAlgn="base" hangingPunct="1">
              <a:spcBef>
                <a:spcPct val="0"/>
              </a:spcBef>
              <a:spcAft>
                <a:spcPct val="0"/>
              </a:spcAft>
              <a:defRPr sz="4400">
                <a:solidFill>
                  <a:srgbClr val="004990"/>
                </a:solidFill>
                <a:latin typeface="Arial Black" pitchFamily="34" charset="0"/>
              </a:defRPr>
            </a:lvl3pPr>
            <a:lvl4pPr algn="ctr" rtl="0" eaLnBrk="1" fontAlgn="base" hangingPunct="1">
              <a:spcBef>
                <a:spcPct val="0"/>
              </a:spcBef>
              <a:spcAft>
                <a:spcPct val="0"/>
              </a:spcAft>
              <a:defRPr sz="4400">
                <a:solidFill>
                  <a:srgbClr val="004990"/>
                </a:solidFill>
                <a:latin typeface="Arial Black" pitchFamily="34" charset="0"/>
              </a:defRPr>
            </a:lvl4pPr>
            <a:lvl5pPr algn="ctr" rtl="0" eaLnBrk="1" fontAlgn="base" hangingPunct="1">
              <a:spcBef>
                <a:spcPct val="0"/>
              </a:spcBef>
              <a:spcAft>
                <a:spcPct val="0"/>
              </a:spcAft>
              <a:defRPr sz="4400">
                <a:solidFill>
                  <a:srgbClr val="004990"/>
                </a:solidFill>
                <a:latin typeface="Arial Black" pitchFamily="34" charset="0"/>
              </a:defRPr>
            </a:lvl5pPr>
            <a:lvl6pPr marL="457200" algn="ctr" rtl="0" eaLnBrk="1" fontAlgn="base" hangingPunct="1">
              <a:spcBef>
                <a:spcPct val="0"/>
              </a:spcBef>
              <a:spcAft>
                <a:spcPct val="0"/>
              </a:spcAft>
              <a:defRPr sz="4400">
                <a:solidFill>
                  <a:srgbClr val="004990"/>
                </a:solidFill>
                <a:latin typeface="Arial Black" pitchFamily="34" charset="0"/>
              </a:defRPr>
            </a:lvl6pPr>
            <a:lvl7pPr marL="914400" algn="ctr" rtl="0" eaLnBrk="1" fontAlgn="base" hangingPunct="1">
              <a:spcBef>
                <a:spcPct val="0"/>
              </a:spcBef>
              <a:spcAft>
                <a:spcPct val="0"/>
              </a:spcAft>
              <a:defRPr sz="4400">
                <a:solidFill>
                  <a:srgbClr val="004990"/>
                </a:solidFill>
                <a:latin typeface="Arial Black" pitchFamily="34" charset="0"/>
              </a:defRPr>
            </a:lvl7pPr>
            <a:lvl8pPr marL="1371600" algn="ctr" rtl="0" eaLnBrk="1" fontAlgn="base" hangingPunct="1">
              <a:spcBef>
                <a:spcPct val="0"/>
              </a:spcBef>
              <a:spcAft>
                <a:spcPct val="0"/>
              </a:spcAft>
              <a:defRPr sz="4400">
                <a:solidFill>
                  <a:srgbClr val="004990"/>
                </a:solidFill>
                <a:latin typeface="Arial Black" pitchFamily="34" charset="0"/>
              </a:defRPr>
            </a:lvl8pPr>
            <a:lvl9pPr marL="1828800" algn="ctr" rtl="0" eaLnBrk="1" fontAlgn="base" hangingPunct="1">
              <a:spcBef>
                <a:spcPct val="0"/>
              </a:spcBef>
              <a:spcAft>
                <a:spcPct val="0"/>
              </a:spcAft>
              <a:defRPr sz="4400">
                <a:solidFill>
                  <a:srgbClr val="004990"/>
                </a:solidFill>
                <a:latin typeface="Arial Black" pitchFamily="34" charset="0"/>
              </a:defRPr>
            </a:lvl9pPr>
          </a:lstStyle>
          <a:p>
            <a:r>
              <a:rPr lang="en-US" sz="3000" kern="0" dirty="0"/>
              <a:t>Questions?</a:t>
            </a:r>
          </a:p>
        </p:txBody>
      </p:sp>
    </p:spTree>
    <p:extLst>
      <p:ext uri="{BB962C8B-B14F-4D97-AF65-F5344CB8AC3E}">
        <p14:creationId xmlns:p14="http://schemas.microsoft.com/office/powerpoint/2010/main" val="195923594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p>
        </p:txBody>
      </p:sp>
      <p:sp>
        <p:nvSpPr>
          <p:cNvPr id="5" name="Date Placeholder 4"/>
          <p:cNvSpPr>
            <a:spLocks noGrp="1" noChangeArrowheads="1"/>
          </p:cNvSpPr>
          <p:nvPr>
            <p:ph type="dt" sz="half" idx="10"/>
          </p:nvPr>
        </p:nvSpPr>
        <p:spPr>
          <a:xfrm>
            <a:off x="609600" y="6245225"/>
            <a:ext cx="2844800" cy="476250"/>
          </a:xfrm>
          <a:prstGeom prst="rect">
            <a:avLst/>
          </a:prstGeom>
        </p:spPr>
        <p:txBody>
          <a:bodyPr/>
          <a:lstStyle>
            <a:lvl1pPr>
              <a:defRPr/>
            </a:lvl1pPr>
          </a:lstStyle>
          <a:p>
            <a:fld id="{AE9E2E97-EAE7-4386-88DC-7364DDD24368}" type="datetimeFigureOut">
              <a:rPr lang="en-US" smtClean="0"/>
              <a:t>09-Jan-17</a:t>
            </a:fld>
            <a:endParaRPr lang="en-US"/>
          </a:p>
        </p:txBody>
      </p:sp>
      <p:sp>
        <p:nvSpPr>
          <p:cNvPr id="6" name="Footer Placeholder 5"/>
          <p:cNvSpPr>
            <a:spLocks noGrp="1" noChangeArrowheads="1"/>
          </p:cNvSpPr>
          <p:nvPr>
            <p:ph type="ftr" sz="quarter" idx="11"/>
          </p:nvPr>
        </p:nvSpPr>
        <p:spPr>
          <a:xfrm>
            <a:off x="4165600" y="6245225"/>
            <a:ext cx="3860800" cy="476250"/>
          </a:xfrm>
          <a:prstGeom prst="rect">
            <a:avLst/>
          </a:prstGeom>
        </p:spPr>
        <p:txBody>
          <a:bodyPr/>
          <a:lstStyle>
            <a:lvl1pPr>
              <a:defRPr/>
            </a:lvl1pPr>
          </a:lstStyle>
          <a:p>
            <a:endParaRPr lang="en-US"/>
          </a:p>
        </p:txBody>
      </p:sp>
      <p:sp>
        <p:nvSpPr>
          <p:cNvPr id="7" name="Slide Number Placeholder 6"/>
          <p:cNvSpPr>
            <a:spLocks noGrp="1" noChangeArrowheads="1"/>
          </p:cNvSpPr>
          <p:nvPr>
            <p:ph type="sldNum" sz="quarter" idx="12"/>
          </p:nvPr>
        </p:nvSpPr>
        <p:spPr>
          <a:xfrm>
            <a:off x="609600" y="5943603"/>
            <a:ext cx="10972800" cy="777875"/>
          </a:xfrm>
          <a:prstGeom prst="rect">
            <a:avLst/>
          </a:prstGeom>
        </p:spPr>
        <p:txBody>
          <a:bodyPr/>
          <a:lstStyle>
            <a:lvl1pPr>
              <a:defRPr/>
            </a:lvl1pPr>
          </a:lstStyle>
          <a:p>
            <a:fld id="{505757B2-8DB5-4878-898B-2C2E9FBEAE6B}" type="slidenum">
              <a:rPr lang="en-US" smtClean="0"/>
              <a:t>‹#›</a:t>
            </a:fld>
            <a:endParaRPr lang="en-US"/>
          </a:p>
        </p:txBody>
      </p:sp>
    </p:spTree>
    <p:extLst>
      <p:ext uri="{BB962C8B-B14F-4D97-AF65-F5344CB8AC3E}">
        <p14:creationId xmlns:p14="http://schemas.microsoft.com/office/powerpoint/2010/main" val="224550181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US" noProof="0"/>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p>
        </p:txBody>
      </p:sp>
      <p:sp>
        <p:nvSpPr>
          <p:cNvPr id="5" name="Date Placeholder 4"/>
          <p:cNvSpPr>
            <a:spLocks noGrp="1" noChangeArrowheads="1"/>
          </p:cNvSpPr>
          <p:nvPr>
            <p:ph type="dt" sz="half" idx="10"/>
          </p:nvPr>
        </p:nvSpPr>
        <p:spPr>
          <a:xfrm>
            <a:off x="609600" y="6245225"/>
            <a:ext cx="2844800" cy="476250"/>
          </a:xfrm>
          <a:prstGeom prst="rect">
            <a:avLst/>
          </a:prstGeom>
        </p:spPr>
        <p:txBody>
          <a:bodyPr/>
          <a:lstStyle>
            <a:lvl1pPr>
              <a:defRPr/>
            </a:lvl1pPr>
          </a:lstStyle>
          <a:p>
            <a:fld id="{AE9E2E97-EAE7-4386-88DC-7364DDD24368}" type="datetimeFigureOut">
              <a:rPr lang="en-US" smtClean="0"/>
              <a:t>09-Jan-17</a:t>
            </a:fld>
            <a:endParaRPr lang="en-US"/>
          </a:p>
        </p:txBody>
      </p:sp>
      <p:sp>
        <p:nvSpPr>
          <p:cNvPr id="6" name="Footer Placeholder 5"/>
          <p:cNvSpPr>
            <a:spLocks noGrp="1" noChangeArrowheads="1"/>
          </p:cNvSpPr>
          <p:nvPr>
            <p:ph type="ftr" sz="quarter" idx="11"/>
          </p:nvPr>
        </p:nvSpPr>
        <p:spPr>
          <a:xfrm>
            <a:off x="4165600" y="6245225"/>
            <a:ext cx="3860800" cy="476250"/>
          </a:xfrm>
          <a:prstGeom prst="rect">
            <a:avLst/>
          </a:prstGeom>
        </p:spPr>
        <p:txBody>
          <a:bodyPr/>
          <a:lstStyle>
            <a:lvl1pPr>
              <a:defRPr/>
            </a:lvl1pPr>
          </a:lstStyle>
          <a:p>
            <a:endParaRPr lang="en-US"/>
          </a:p>
        </p:txBody>
      </p:sp>
      <p:sp>
        <p:nvSpPr>
          <p:cNvPr id="7" name="Slide Number Placeholder 6"/>
          <p:cNvSpPr>
            <a:spLocks noGrp="1" noChangeArrowheads="1"/>
          </p:cNvSpPr>
          <p:nvPr>
            <p:ph type="sldNum" sz="quarter" idx="12"/>
          </p:nvPr>
        </p:nvSpPr>
        <p:spPr>
          <a:xfrm>
            <a:off x="609600" y="5943603"/>
            <a:ext cx="10972800" cy="777875"/>
          </a:xfrm>
          <a:prstGeom prst="rect">
            <a:avLst/>
          </a:prstGeom>
        </p:spPr>
        <p:txBody>
          <a:bodyPr/>
          <a:lstStyle>
            <a:lvl1pPr>
              <a:defRPr/>
            </a:lvl1pPr>
          </a:lstStyle>
          <a:p>
            <a:fld id="{505757B2-8DB5-4878-898B-2C2E9FBEAE6B}" type="slidenum">
              <a:rPr lang="en-US" smtClean="0"/>
              <a:t>‹#›</a:t>
            </a:fld>
            <a:endParaRPr lang="en-US"/>
          </a:p>
        </p:txBody>
      </p:sp>
    </p:spTree>
    <p:extLst>
      <p:ext uri="{BB962C8B-B14F-4D97-AF65-F5344CB8AC3E}">
        <p14:creationId xmlns:p14="http://schemas.microsoft.com/office/powerpoint/2010/main" val="120398999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p>
        </p:txBody>
      </p:sp>
      <p:sp>
        <p:nvSpPr>
          <p:cNvPr id="3" name="Text Placeholder 2"/>
          <p:cNvSpPr>
            <a:spLocks noGrp="1"/>
          </p:cNvSpPr>
          <p:nvPr>
            <p:ph type="body" sz="half" idx="1"/>
          </p:nvPr>
        </p:nvSpPr>
        <p:spPr>
          <a:xfrm>
            <a:off x="609600" y="1600200"/>
            <a:ext cx="5384800" cy="39624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0"/>
            <a:ext cx="5384800" cy="39624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noChangeArrowheads="1"/>
          </p:cNvSpPr>
          <p:nvPr>
            <p:ph type="dt" sz="half" idx="10"/>
          </p:nvPr>
        </p:nvSpPr>
        <p:spPr>
          <a:xfrm>
            <a:off x="609600" y="6245225"/>
            <a:ext cx="2844800" cy="476250"/>
          </a:xfrm>
          <a:prstGeom prst="rect">
            <a:avLst/>
          </a:prstGeom>
        </p:spPr>
        <p:txBody>
          <a:bodyPr/>
          <a:lstStyle>
            <a:lvl1pPr>
              <a:defRPr/>
            </a:lvl1pPr>
          </a:lstStyle>
          <a:p>
            <a:fld id="{AE9E2E97-EAE7-4386-88DC-7364DDD24368}" type="datetimeFigureOut">
              <a:rPr lang="en-US" smtClean="0"/>
              <a:t>09-Jan-17</a:t>
            </a:fld>
            <a:endParaRPr lang="en-US"/>
          </a:p>
        </p:txBody>
      </p:sp>
      <p:sp>
        <p:nvSpPr>
          <p:cNvPr id="6" name="Footer Placeholder 5"/>
          <p:cNvSpPr>
            <a:spLocks noGrp="1" noChangeArrowheads="1"/>
          </p:cNvSpPr>
          <p:nvPr>
            <p:ph type="ftr" sz="quarter" idx="11"/>
          </p:nvPr>
        </p:nvSpPr>
        <p:spPr>
          <a:xfrm>
            <a:off x="4165600" y="6245225"/>
            <a:ext cx="3860800" cy="476250"/>
          </a:xfrm>
          <a:prstGeom prst="rect">
            <a:avLst/>
          </a:prstGeom>
        </p:spPr>
        <p:txBody>
          <a:bodyPr/>
          <a:lstStyle>
            <a:lvl1pPr>
              <a:defRPr/>
            </a:lvl1pPr>
          </a:lstStyle>
          <a:p>
            <a:endParaRPr lang="en-US"/>
          </a:p>
        </p:txBody>
      </p:sp>
      <p:sp>
        <p:nvSpPr>
          <p:cNvPr id="7" name="Slide Number Placeholder 6"/>
          <p:cNvSpPr>
            <a:spLocks noGrp="1" noChangeArrowheads="1"/>
          </p:cNvSpPr>
          <p:nvPr>
            <p:ph type="sldNum" sz="quarter" idx="12"/>
          </p:nvPr>
        </p:nvSpPr>
        <p:spPr>
          <a:xfrm>
            <a:off x="609600" y="5943603"/>
            <a:ext cx="10972800" cy="777875"/>
          </a:xfrm>
          <a:prstGeom prst="rect">
            <a:avLst/>
          </a:prstGeom>
        </p:spPr>
        <p:txBody>
          <a:bodyPr/>
          <a:lstStyle>
            <a:lvl1pPr>
              <a:defRPr/>
            </a:lvl1pPr>
          </a:lstStyle>
          <a:p>
            <a:fld id="{505757B2-8DB5-4878-898B-2C2E9FBEAE6B}" type="slidenum">
              <a:rPr lang="en-US" smtClean="0"/>
              <a:t>‹#›</a:t>
            </a:fld>
            <a:endParaRPr lang="en-US"/>
          </a:p>
        </p:txBody>
      </p:sp>
    </p:spTree>
    <p:extLst>
      <p:ext uri="{BB962C8B-B14F-4D97-AF65-F5344CB8AC3E}">
        <p14:creationId xmlns:p14="http://schemas.microsoft.com/office/powerpoint/2010/main" val="166749930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AndTx" preserve="1">
  <p:cSld name="Title,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p>
        </p:txBody>
      </p:sp>
      <p:sp>
        <p:nvSpPr>
          <p:cNvPr id="3" name="Content Placeholder 2"/>
          <p:cNvSpPr>
            <a:spLocks noGrp="1"/>
          </p:cNvSpPr>
          <p:nvPr>
            <p:ph sz="half" idx="1"/>
          </p:nvPr>
        </p:nvSpPr>
        <p:spPr>
          <a:xfrm>
            <a:off x="609600" y="1600200"/>
            <a:ext cx="5384800" cy="39624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197600" y="1600200"/>
            <a:ext cx="5384800" cy="39624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noChangeArrowheads="1"/>
          </p:cNvSpPr>
          <p:nvPr>
            <p:ph type="dt" sz="half" idx="10"/>
          </p:nvPr>
        </p:nvSpPr>
        <p:spPr>
          <a:xfrm>
            <a:off x="609600" y="6245225"/>
            <a:ext cx="2844800" cy="476250"/>
          </a:xfrm>
          <a:prstGeom prst="rect">
            <a:avLst/>
          </a:prstGeom>
        </p:spPr>
        <p:txBody>
          <a:bodyPr/>
          <a:lstStyle>
            <a:lvl1pPr>
              <a:defRPr/>
            </a:lvl1pPr>
          </a:lstStyle>
          <a:p>
            <a:fld id="{AE9E2E97-EAE7-4386-88DC-7364DDD24368}" type="datetimeFigureOut">
              <a:rPr lang="en-US" smtClean="0"/>
              <a:t>09-Jan-17</a:t>
            </a:fld>
            <a:endParaRPr lang="en-US"/>
          </a:p>
        </p:txBody>
      </p:sp>
      <p:sp>
        <p:nvSpPr>
          <p:cNvPr id="6" name="Footer Placeholder 5"/>
          <p:cNvSpPr>
            <a:spLocks noGrp="1" noChangeArrowheads="1"/>
          </p:cNvSpPr>
          <p:nvPr>
            <p:ph type="ftr" sz="quarter" idx="11"/>
          </p:nvPr>
        </p:nvSpPr>
        <p:spPr>
          <a:xfrm>
            <a:off x="4165600" y="6245225"/>
            <a:ext cx="3860800" cy="476250"/>
          </a:xfrm>
          <a:prstGeom prst="rect">
            <a:avLst/>
          </a:prstGeom>
        </p:spPr>
        <p:txBody>
          <a:bodyPr/>
          <a:lstStyle>
            <a:lvl1pPr>
              <a:defRPr/>
            </a:lvl1pPr>
          </a:lstStyle>
          <a:p>
            <a:endParaRPr lang="en-US"/>
          </a:p>
        </p:txBody>
      </p:sp>
      <p:sp>
        <p:nvSpPr>
          <p:cNvPr id="7" name="Slide Number Placeholder 6"/>
          <p:cNvSpPr>
            <a:spLocks noGrp="1" noChangeArrowheads="1"/>
          </p:cNvSpPr>
          <p:nvPr>
            <p:ph type="sldNum" sz="quarter" idx="12"/>
          </p:nvPr>
        </p:nvSpPr>
        <p:spPr>
          <a:xfrm>
            <a:off x="609600" y="5943603"/>
            <a:ext cx="10972800" cy="777875"/>
          </a:xfrm>
          <a:prstGeom prst="rect">
            <a:avLst/>
          </a:prstGeom>
        </p:spPr>
        <p:txBody>
          <a:bodyPr/>
          <a:lstStyle>
            <a:lvl1pPr>
              <a:defRPr/>
            </a:lvl1pPr>
          </a:lstStyle>
          <a:p>
            <a:fld id="{505757B2-8DB5-4878-898B-2C2E9FBEAE6B}" type="slidenum">
              <a:rPr lang="en-US" smtClean="0"/>
              <a:t>‹#›</a:t>
            </a:fld>
            <a:endParaRPr lang="en-US"/>
          </a:p>
        </p:txBody>
      </p:sp>
    </p:spTree>
    <p:extLst>
      <p:ext uri="{BB962C8B-B14F-4D97-AF65-F5344CB8AC3E}">
        <p14:creationId xmlns:p14="http://schemas.microsoft.com/office/powerpoint/2010/main" val="102600785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609600" y="6245225"/>
            <a:ext cx="2844800" cy="476250"/>
          </a:xfrm>
          <a:prstGeom prst="rect">
            <a:avLst/>
          </a:prstGeom>
        </p:spPr>
        <p:txBody>
          <a:bodyPr/>
          <a:lstStyle>
            <a:lvl1pPr>
              <a:defRPr/>
            </a:lvl1pPr>
          </a:lstStyle>
          <a:p>
            <a:fld id="{AE9E2E97-EAE7-4386-88DC-7364DDD24368}" type="datetimeFigureOut">
              <a:rPr lang="en-US" smtClean="0"/>
              <a:t>09-Jan-17</a:t>
            </a:fld>
            <a:endParaRPr lang="en-US"/>
          </a:p>
        </p:txBody>
      </p:sp>
      <p:sp>
        <p:nvSpPr>
          <p:cNvPr id="4" name="Footer Placeholder 3"/>
          <p:cNvSpPr>
            <a:spLocks noGrp="1"/>
          </p:cNvSpPr>
          <p:nvPr>
            <p:ph type="ftr" sz="quarter" idx="11"/>
          </p:nvPr>
        </p:nvSpPr>
        <p:spPr>
          <a:xfrm>
            <a:off x="4165600" y="6245225"/>
            <a:ext cx="3860800" cy="476250"/>
          </a:xfrm>
          <a:prstGeom prst="rect">
            <a:avLst/>
          </a:prstGeom>
        </p:spPr>
        <p:txBody>
          <a:bodyPr/>
          <a:lstStyle>
            <a:lvl1pPr>
              <a:defRPr/>
            </a:lvl1pPr>
          </a:lstStyle>
          <a:p>
            <a:endParaRPr lang="en-US"/>
          </a:p>
        </p:txBody>
      </p:sp>
      <p:sp>
        <p:nvSpPr>
          <p:cNvPr id="5" name="Slide Number Placeholder 4"/>
          <p:cNvSpPr>
            <a:spLocks noGrp="1"/>
          </p:cNvSpPr>
          <p:nvPr>
            <p:ph type="sldNum" sz="quarter" idx="12"/>
          </p:nvPr>
        </p:nvSpPr>
        <p:spPr>
          <a:xfrm>
            <a:off x="609600" y="5943603"/>
            <a:ext cx="10972800" cy="777875"/>
          </a:xfrm>
          <a:prstGeom prst="rect">
            <a:avLst/>
          </a:prstGeom>
        </p:spPr>
        <p:txBody>
          <a:bodyPr/>
          <a:lstStyle>
            <a:lvl1pPr>
              <a:defRPr/>
            </a:lvl1pPr>
          </a:lstStyle>
          <a:p>
            <a:fld id="{505757B2-8DB5-4878-898B-2C2E9FBEAE6B}" type="slidenum">
              <a:rPr lang="en-US" smtClean="0"/>
              <a:t>‹#›</a:t>
            </a:fld>
            <a:endParaRPr lang="en-US"/>
          </a:p>
        </p:txBody>
      </p:sp>
    </p:spTree>
    <p:extLst>
      <p:ext uri="{BB962C8B-B14F-4D97-AF65-F5344CB8AC3E}">
        <p14:creationId xmlns:p14="http://schemas.microsoft.com/office/powerpoint/2010/main" val="373802195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1727200" y="1600203"/>
            <a:ext cx="9855200" cy="452596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itle 14"/>
          <p:cNvSpPr>
            <a:spLocks noGrp="1"/>
          </p:cNvSpPr>
          <p:nvPr>
            <p:ph type="title"/>
          </p:nvPr>
        </p:nvSpPr>
        <p:spPr/>
        <p:txBody>
          <a:bodyPr/>
          <a:lstStyle/>
          <a:p>
            <a:r>
              <a:rPr lang="en-US"/>
              <a:t>Click to edit Master title style</a:t>
            </a:r>
          </a:p>
        </p:txBody>
      </p:sp>
      <p:sp>
        <p:nvSpPr>
          <p:cNvPr id="4" name="Footer Placeholder 13"/>
          <p:cNvSpPr>
            <a:spLocks noGrp="1"/>
          </p:cNvSpPr>
          <p:nvPr>
            <p:ph type="ftr" sz="quarter" idx="10"/>
            <p:custDataLst>
              <p:tags r:id="rId1"/>
            </p:custDataLst>
          </p:nvPr>
        </p:nvSpPr>
        <p:spPr>
          <a:xfrm>
            <a:off x="2336800" y="6324603"/>
            <a:ext cx="6400800" cy="365125"/>
          </a:xfrm>
          <a:prstGeom prst="rect">
            <a:avLst/>
          </a:prstGeom>
        </p:spPr>
        <p:txBody>
          <a:bodyPr/>
          <a:lstStyle>
            <a:lvl1pPr>
              <a:defRPr/>
            </a:lvl1pPr>
          </a:lstStyle>
          <a:p>
            <a:endParaRPr lang="en-US"/>
          </a:p>
        </p:txBody>
      </p:sp>
      <p:sp>
        <p:nvSpPr>
          <p:cNvPr id="5" name="Slide Number Placeholder 12"/>
          <p:cNvSpPr>
            <a:spLocks noGrp="1"/>
          </p:cNvSpPr>
          <p:nvPr>
            <p:ph type="sldNum" sz="quarter" idx="11"/>
            <p:custDataLst>
              <p:tags r:id="rId2"/>
            </p:custDataLst>
          </p:nvPr>
        </p:nvSpPr>
        <p:spPr>
          <a:xfrm>
            <a:off x="8636000" y="6400803"/>
            <a:ext cx="2844800" cy="365125"/>
          </a:xfrm>
          <a:prstGeom prst="rect">
            <a:avLst/>
          </a:prstGeom>
        </p:spPr>
        <p:txBody>
          <a:bodyPr/>
          <a:lstStyle>
            <a:lvl1pPr fontAlgn="base">
              <a:spcBef>
                <a:spcPct val="0"/>
              </a:spcBef>
              <a:spcAft>
                <a:spcPct val="0"/>
              </a:spcAft>
              <a:defRPr>
                <a:solidFill>
                  <a:srgbClr val="898989"/>
                </a:solidFill>
              </a:defRPr>
            </a:lvl1pPr>
          </a:lstStyle>
          <a:p>
            <a:fld id="{505757B2-8DB5-4878-898B-2C2E9FBEAE6B}" type="slidenum">
              <a:rPr lang="en-US" smtClean="0"/>
              <a:t>‹#›</a:t>
            </a:fld>
            <a:endParaRPr lang="en-US"/>
          </a:p>
        </p:txBody>
      </p:sp>
    </p:spTree>
    <p:extLst>
      <p:ext uri="{BB962C8B-B14F-4D97-AF65-F5344CB8AC3E}">
        <p14:creationId xmlns:p14="http://schemas.microsoft.com/office/powerpoint/2010/main" val="364418651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cSld name="Socrative">
    <p:spTree>
      <p:nvGrpSpPr>
        <p:cNvPr id="1" name=""/>
        <p:cNvGrpSpPr/>
        <p:nvPr/>
      </p:nvGrpSpPr>
      <p:grpSpPr>
        <a:xfrm>
          <a:off x="0" y="0"/>
          <a:ext cx="0" cy="0"/>
          <a:chOff x="0" y="0"/>
          <a:chExt cx="0" cy="0"/>
        </a:xfrm>
      </p:grpSpPr>
      <p:sp>
        <p:nvSpPr>
          <p:cNvPr id="6" name="Slide Number Placeholder 4"/>
          <p:cNvSpPr>
            <a:spLocks noGrp="1"/>
          </p:cNvSpPr>
          <p:nvPr>
            <p:ph type="sldNum" sz="quarter" idx="12"/>
          </p:nvPr>
        </p:nvSpPr>
        <p:spPr>
          <a:xfrm>
            <a:off x="11375717" y="5648960"/>
            <a:ext cx="731520" cy="396240"/>
          </a:xfrm>
          <a:prstGeom prst="bracketPair">
            <a:avLst>
              <a:gd name="adj" fmla="val 17949"/>
            </a:avLst>
          </a:prstGeom>
        </p:spPr>
        <p:txBody>
          <a:bodyPr/>
          <a:lstStyle/>
          <a:p>
            <a:pPr>
              <a:defRPr/>
            </a:pPr>
            <a:fld id="{B98D8915-25D4-4658-BC43-48DE22203236}" type="slidenum">
              <a:rPr lang="en-US" smtClean="0"/>
              <a:pPr>
                <a:defRPr/>
              </a:pPr>
              <a:t>‹#›</a:t>
            </a:fld>
            <a:endParaRPr lang="en-US"/>
          </a:p>
        </p:txBody>
      </p:sp>
      <p:sp>
        <p:nvSpPr>
          <p:cNvPr id="9" name="Content Placeholder 2"/>
          <p:cNvSpPr>
            <a:spLocks noGrp="1"/>
          </p:cNvSpPr>
          <p:nvPr>
            <p:ph idx="1"/>
          </p:nvPr>
        </p:nvSpPr>
        <p:spPr>
          <a:xfrm>
            <a:off x="609600" y="1600205"/>
            <a:ext cx="10972800" cy="4530725"/>
          </a:xfrm>
        </p:spPr>
        <p:txBody>
          <a:bodyPr/>
          <a:lstStyle>
            <a:lvl1pPr marL="0" indent="0">
              <a:buFont typeface="+mj-lt"/>
              <a:buNone/>
              <a:defRPr/>
            </a:lvl1pPr>
          </a:lstStyle>
          <a:p>
            <a:pPr marL="0" lvl="0" indent="0">
              <a:buNone/>
            </a:pPr>
            <a:r>
              <a:rPr lang="en-US"/>
              <a:t>Edit Master text styles</a:t>
            </a:r>
          </a:p>
          <a:p>
            <a:pPr marL="0" lvl="1" indent="0">
              <a:buNone/>
            </a:pPr>
            <a:r>
              <a:rPr lang="en-US"/>
              <a:t>Second level</a:t>
            </a:r>
          </a:p>
          <a:p>
            <a:pPr marL="0" lvl="2" indent="0">
              <a:buNone/>
            </a:pPr>
            <a:r>
              <a:rPr lang="en-US"/>
              <a:t>Third level</a:t>
            </a:r>
          </a:p>
          <a:p>
            <a:pPr marL="0" lvl="3" indent="0">
              <a:buNone/>
            </a:pPr>
            <a:r>
              <a:rPr lang="en-US"/>
              <a:t>Fourth level</a:t>
            </a:r>
          </a:p>
        </p:txBody>
      </p:sp>
      <p:sp>
        <p:nvSpPr>
          <p:cNvPr id="11" name="TextBox 10"/>
          <p:cNvSpPr txBox="1"/>
          <p:nvPr/>
        </p:nvSpPr>
        <p:spPr>
          <a:xfrm>
            <a:off x="3943789" y="627745"/>
            <a:ext cx="7588075" cy="265457"/>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l"/>
            <a:r>
              <a:rPr lang="en-US" sz="1125" dirty="0"/>
              <a:t>Go to </a:t>
            </a:r>
            <a:r>
              <a:rPr lang="en-US" sz="1125" dirty="0">
                <a:hlinkClick r:id="rId2"/>
              </a:rPr>
              <a:t>www.socrative.com</a:t>
            </a:r>
            <a:r>
              <a:rPr lang="en-US" sz="1125" dirty="0"/>
              <a:t> and log into &lt;instructor</a:t>
            </a:r>
            <a:r>
              <a:rPr lang="en-US" sz="1125" baseline="0" dirty="0"/>
              <a:t> account name&gt;</a:t>
            </a:r>
            <a:endParaRPr lang="en-US" sz="1125" dirty="0"/>
          </a:p>
        </p:txBody>
      </p:sp>
      <p:pic>
        <p:nvPicPr>
          <p:cNvPr id="1026" name="Picture 2" descr="https://socrative-production-static-web.s3.amazonaws.com/img/logo_new.jpg">
            <a:hlinkClick r:id="rId2"/>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8133" y="412103"/>
            <a:ext cx="2922411" cy="77672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p:spPr>
      </p:pic>
    </p:spTree>
    <p:extLst>
      <p:ext uri="{BB962C8B-B14F-4D97-AF65-F5344CB8AC3E}">
        <p14:creationId xmlns:p14="http://schemas.microsoft.com/office/powerpoint/2010/main" val="367013210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905005"/>
            <a:ext cx="10058400" cy="2593975"/>
          </a:xfrm>
        </p:spPr>
        <p:txBody>
          <a:bodyPr anchor="b"/>
          <a:lstStyle>
            <a:lvl1pPr>
              <a:defRPr sz="4400">
                <a:ln>
                  <a:noFill/>
                </a:ln>
                <a:solidFill>
                  <a:schemeClr val="bg1"/>
                </a:solidFill>
              </a:defRPr>
            </a:lvl1pPr>
          </a:lstStyle>
          <a:p>
            <a:r>
              <a:rPr lang="en-US"/>
              <a:t>Click to edit Master title style</a:t>
            </a:r>
            <a:endParaRPr lang="en-US" dirty="0"/>
          </a:p>
        </p:txBody>
      </p:sp>
      <p:sp>
        <p:nvSpPr>
          <p:cNvPr id="3" name="Subtitle 2"/>
          <p:cNvSpPr>
            <a:spLocks noGrp="1"/>
          </p:cNvSpPr>
          <p:nvPr>
            <p:ph type="subTitle" idx="1"/>
          </p:nvPr>
        </p:nvSpPr>
        <p:spPr>
          <a:xfrm>
            <a:off x="914400" y="4572000"/>
            <a:ext cx="8615680" cy="1066800"/>
          </a:xfrm>
        </p:spPr>
        <p:style>
          <a:lnRef idx="2">
            <a:schemeClr val="accent2"/>
          </a:lnRef>
          <a:fillRef idx="1">
            <a:schemeClr val="lt1"/>
          </a:fillRef>
          <a:effectRef idx="0">
            <a:schemeClr val="accent2"/>
          </a:effectRef>
          <a:fontRef idx="none"/>
        </p:style>
        <p:txBody>
          <a:bodyPr anchor="t">
            <a:normAutofit/>
          </a:bodyPr>
          <a:lstStyle>
            <a:lvl1pPr marL="0" indent="0" algn="l">
              <a:buNone/>
              <a:defRPr sz="2400">
                <a:solidFill>
                  <a:schemeClr val="tx1"/>
                </a:solidFill>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a:t>Click to edit Master subtitle style</a:t>
            </a:r>
            <a:endParaRPr lang="en-US" dirty="0"/>
          </a:p>
        </p:txBody>
      </p:sp>
    </p:spTree>
    <p:extLst>
      <p:ext uri="{BB962C8B-B14F-4D97-AF65-F5344CB8AC3E}">
        <p14:creationId xmlns:p14="http://schemas.microsoft.com/office/powerpoint/2010/main" val="8586024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a:t>Click to edit Master title style</a:t>
            </a:r>
          </a:p>
        </p:txBody>
      </p:sp>
      <p:sp>
        <p:nvSpPr>
          <p:cNvPr id="3" name="Content Placeholder 2"/>
          <p:cNvSpPr>
            <a:spLocks noGrp="1"/>
          </p:cNvSpPr>
          <p:nvPr>
            <p:ph idx="1"/>
          </p:nvPr>
        </p:nvSpPr>
        <p:spPr/>
        <p:style>
          <a:lnRef idx="2">
            <a:schemeClr val="accent5"/>
          </a:lnRef>
          <a:fillRef idx="1">
            <a:schemeClr val="lt1"/>
          </a:fillRef>
          <a:effectRef idx="0">
            <a:schemeClr val="accent5"/>
          </a:effectRef>
          <a:fontRef idx="none"/>
        </p:style>
        <p:txBody>
          <a:bodyPr>
            <a:normAutofit/>
          </a:bodyPr>
          <a:lstStyle>
            <a:lvl1pPr>
              <a:defRPr sz="3200"/>
            </a:lvl1pPr>
            <a:lvl2pPr>
              <a:defRPr sz="3200"/>
            </a:lvl2pPr>
            <a:lvl3pPr>
              <a:defRPr sz="2400"/>
            </a:lvl3pPr>
            <a:lvl4pPr>
              <a:defRPr sz="2000"/>
            </a:lvl4pPr>
            <a:lvl5pPr>
              <a:defRPr sz="18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6376998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7" y="5486400"/>
            <a:ext cx="10212916" cy="1168400"/>
          </a:xfrm>
        </p:spPr>
        <p:txBody>
          <a:bodyPr anchor="t"/>
          <a:lstStyle>
            <a:lvl1pPr algn="l">
              <a:defRPr sz="2800" b="0" cap="all"/>
            </a:lvl1pPr>
          </a:lstStyle>
          <a:p>
            <a:r>
              <a:rPr lang="en-US"/>
              <a:t>Click to edit Master title style</a:t>
            </a:r>
            <a:endParaRPr lang="en-US" dirty="0"/>
          </a:p>
        </p:txBody>
      </p:sp>
      <p:sp>
        <p:nvSpPr>
          <p:cNvPr id="3" name="Text Placeholder 2"/>
          <p:cNvSpPr>
            <a:spLocks noGrp="1"/>
          </p:cNvSpPr>
          <p:nvPr>
            <p:ph type="body" idx="1"/>
          </p:nvPr>
        </p:nvSpPr>
        <p:spPr>
          <a:xfrm>
            <a:off x="963087" y="3852863"/>
            <a:ext cx="8180916" cy="1633538"/>
          </a:xfrm>
        </p:spPr>
        <p:style>
          <a:lnRef idx="2">
            <a:schemeClr val="accent2"/>
          </a:lnRef>
          <a:fillRef idx="1">
            <a:schemeClr val="lt1"/>
          </a:fillRef>
          <a:effectRef idx="0">
            <a:schemeClr val="accent2"/>
          </a:effectRef>
          <a:fontRef idx="none"/>
        </p:style>
        <p:txBody>
          <a:bodyPr anchor="b">
            <a:normAutofit/>
          </a:bodyPr>
          <a:lstStyle>
            <a:lvl1pPr marL="0" indent="0">
              <a:buNone/>
              <a:defRPr sz="3200">
                <a:solidFill>
                  <a:schemeClr val="tx1"/>
                </a:solidFill>
              </a:defRPr>
            </a:lvl1pPr>
            <a:lvl2pPr marL="257175" indent="0">
              <a:buNone/>
              <a:defRPr sz="1013">
                <a:solidFill>
                  <a:schemeClr val="tx1">
                    <a:tint val="75000"/>
                  </a:schemeClr>
                </a:solidFill>
              </a:defRPr>
            </a:lvl2pPr>
            <a:lvl3pPr marL="514350" indent="0">
              <a:buNone/>
              <a:defRPr sz="900">
                <a:solidFill>
                  <a:schemeClr val="tx1">
                    <a:tint val="75000"/>
                  </a:schemeClr>
                </a:solidFill>
              </a:defRPr>
            </a:lvl3pPr>
            <a:lvl4pPr marL="771525" indent="0">
              <a:buNone/>
              <a:defRPr sz="788">
                <a:solidFill>
                  <a:schemeClr val="tx1">
                    <a:tint val="75000"/>
                  </a:schemeClr>
                </a:solidFill>
              </a:defRPr>
            </a:lvl4pPr>
            <a:lvl5pPr marL="1028700" indent="0">
              <a:buNone/>
              <a:defRPr sz="788">
                <a:solidFill>
                  <a:schemeClr val="tx1">
                    <a:tint val="75000"/>
                  </a:schemeClr>
                </a:solidFill>
              </a:defRPr>
            </a:lvl5pPr>
            <a:lvl6pPr marL="1285875" indent="0">
              <a:buNone/>
              <a:defRPr sz="788">
                <a:solidFill>
                  <a:schemeClr val="tx1">
                    <a:tint val="75000"/>
                  </a:schemeClr>
                </a:solidFill>
              </a:defRPr>
            </a:lvl6pPr>
            <a:lvl7pPr marL="1543050" indent="0">
              <a:buNone/>
              <a:defRPr sz="788">
                <a:solidFill>
                  <a:schemeClr val="tx1">
                    <a:tint val="75000"/>
                  </a:schemeClr>
                </a:solidFill>
              </a:defRPr>
            </a:lvl7pPr>
            <a:lvl8pPr marL="1800225" indent="0">
              <a:buNone/>
              <a:defRPr sz="788">
                <a:solidFill>
                  <a:schemeClr val="tx1">
                    <a:tint val="75000"/>
                  </a:schemeClr>
                </a:solidFill>
              </a:defRPr>
            </a:lvl8pPr>
            <a:lvl9pPr marL="2057400" indent="0">
              <a:buNone/>
              <a:defRPr sz="788">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284626729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536192"/>
            <a:ext cx="5364480" cy="4590288"/>
          </a:xfrm>
        </p:spPr>
        <p:style>
          <a:lnRef idx="2">
            <a:schemeClr val="accent5"/>
          </a:lnRef>
          <a:fillRef idx="1">
            <a:schemeClr val="lt1"/>
          </a:fillRef>
          <a:effectRef idx="0">
            <a:schemeClr val="accent5"/>
          </a:effectRef>
          <a:fontRef idx="none"/>
        </p:style>
        <p:txBody>
          <a:bodyPr>
            <a:normAutofit/>
          </a:bodyPr>
          <a:lstStyle>
            <a:lvl1pPr>
              <a:defRPr sz="3200"/>
            </a:lvl1pPr>
            <a:lvl2pPr>
              <a:defRPr sz="2800"/>
            </a:lvl2pPr>
            <a:lvl3pPr>
              <a:defRPr sz="2400"/>
            </a:lvl3pPr>
            <a:lvl4pPr>
              <a:defRPr sz="1800"/>
            </a:lvl4pPr>
            <a:lvl5pPr>
              <a:defRPr sz="1800"/>
            </a:lvl5pPr>
            <a:lvl6pPr>
              <a:defRPr sz="1013"/>
            </a:lvl6pPr>
            <a:lvl7pPr>
              <a:defRPr sz="1013"/>
            </a:lvl7pPr>
            <a:lvl8pPr>
              <a:defRPr sz="1013"/>
            </a:lvl8pPr>
            <a:lvl9pPr>
              <a:defRPr sz="1013"/>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97600" y="1524000"/>
            <a:ext cx="5364480" cy="4590288"/>
          </a:xfrm>
        </p:spPr>
        <p:style>
          <a:lnRef idx="2">
            <a:schemeClr val="accent5"/>
          </a:lnRef>
          <a:fillRef idx="1">
            <a:schemeClr val="lt1"/>
          </a:fillRef>
          <a:effectRef idx="0">
            <a:schemeClr val="accent5"/>
          </a:effectRef>
          <a:fontRef idx="none"/>
        </p:style>
        <p:txBody>
          <a:bodyPr>
            <a:normAutofit/>
          </a:bodyPr>
          <a:lstStyle>
            <a:lvl1pPr>
              <a:defRPr sz="3200"/>
            </a:lvl1pPr>
            <a:lvl2pPr>
              <a:defRPr sz="2800"/>
            </a:lvl2pPr>
            <a:lvl3pPr>
              <a:defRPr sz="2400"/>
            </a:lvl3pPr>
            <a:lvl4pPr>
              <a:defRPr sz="1800"/>
            </a:lvl4pPr>
            <a:lvl5pPr>
              <a:defRPr sz="1800"/>
            </a:lvl5pPr>
            <a:lvl6pPr>
              <a:defRPr sz="1013"/>
            </a:lvl6pPr>
            <a:lvl7pPr>
              <a:defRPr sz="1013"/>
            </a:lvl7pPr>
            <a:lvl8pPr>
              <a:defRPr sz="1013"/>
            </a:lvl8pPr>
            <a:lvl9pPr>
              <a:defRPr sz="1013"/>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00000705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70038"/>
            <a:ext cx="5364480" cy="639762"/>
          </a:xfrm>
          <a:noFill/>
        </p:spPr>
        <p:txBody>
          <a:bodyPr anchor="ctr">
            <a:noAutofit/>
          </a:bodyPr>
          <a:lstStyle>
            <a:lvl1pPr marL="0" indent="0" algn="ctr">
              <a:buNone/>
              <a:defRPr sz="2400" b="1">
                <a:solidFill>
                  <a:schemeClr val="bg1"/>
                </a:solidFill>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a:t>Edit Master text styles</a:t>
            </a:r>
          </a:p>
        </p:txBody>
      </p:sp>
      <p:sp>
        <p:nvSpPr>
          <p:cNvPr id="4" name="Content Placeholder 3"/>
          <p:cNvSpPr>
            <a:spLocks noGrp="1"/>
          </p:cNvSpPr>
          <p:nvPr>
            <p:ph sz="half" idx="2"/>
          </p:nvPr>
        </p:nvSpPr>
        <p:spPr>
          <a:xfrm>
            <a:off x="609600" y="2209800"/>
            <a:ext cx="5364480" cy="3951288"/>
          </a:xfrm>
        </p:spPr>
        <p:style>
          <a:lnRef idx="2">
            <a:schemeClr val="accent5"/>
          </a:lnRef>
          <a:fillRef idx="1">
            <a:schemeClr val="lt1"/>
          </a:fillRef>
          <a:effectRef idx="0">
            <a:schemeClr val="accent5"/>
          </a:effectRef>
          <a:fontRef idx="none"/>
        </p:style>
        <p:txBody>
          <a:bodyPr/>
          <a:lstStyle>
            <a:lvl1pPr>
              <a:defRPr sz="2800"/>
            </a:lvl1pPr>
            <a:lvl2pPr>
              <a:defRPr sz="2400"/>
            </a:lvl2pPr>
            <a:lvl3pPr>
              <a:defRPr sz="1800"/>
            </a:lvl3pPr>
            <a:lvl4pPr>
              <a:defRPr sz="1600"/>
            </a:lvl4pPr>
            <a:lvl5pPr>
              <a:defRPr sz="1600"/>
            </a:lvl5pPr>
            <a:lvl6pPr>
              <a:defRPr sz="900"/>
            </a:lvl6pPr>
            <a:lvl7pPr>
              <a:defRPr sz="900"/>
            </a:lvl7pPr>
            <a:lvl8pPr>
              <a:defRPr sz="900"/>
            </a:lvl8pPr>
            <a:lvl9pPr>
              <a:defRPr sz="9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97600" y="1570038"/>
            <a:ext cx="5364480" cy="639762"/>
          </a:xfrm>
          <a:noFill/>
        </p:spPr>
        <p:txBody>
          <a:bodyPr anchor="ctr">
            <a:noAutofit/>
          </a:bodyPr>
          <a:lstStyle>
            <a:lvl1pPr marL="0" indent="0" algn="ctr">
              <a:buNone/>
              <a:defRPr sz="2400" b="1">
                <a:solidFill>
                  <a:schemeClr val="bg1"/>
                </a:solidFill>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a:t>Edit Master text styles</a:t>
            </a:r>
          </a:p>
        </p:txBody>
      </p:sp>
      <p:sp>
        <p:nvSpPr>
          <p:cNvPr id="6" name="Content Placeholder 5"/>
          <p:cNvSpPr>
            <a:spLocks noGrp="1"/>
          </p:cNvSpPr>
          <p:nvPr>
            <p:ph sz="quarter" idx="4"/>
          </p:nvPr>
        </p:nvSpPr>
        <p:spPr>
          <a:xfrm>
            <a:off x="6197600" y="2209800"/>
            <a:ext cx="5364480" cy="3951288"/>
          </a:xfrm>
        </p:spPr>
        <p:style>
          <a:lnRef idx="2">
            <a:schemeClr val="accent5"/>
          </a:lnRef>
          <a:fillRef idx="1">
            <a:schemeClr val="lt1"/>
          </a:fillRef>
          <a:effectRef idx="0">
            <a:schemeClr val="accent5"/>
          </a:effectRef>
          <a:fontRef idx="none"/>
        </p:style>
        <p:txBody>
          <a:bodyPr/>
          <a:lstStyle>
            <a:lvl1pPr>
              <a:defRPr sz="2800"/>
            </a:lvl1pPr>
            <a:lvl2pPr>
              <a:defRPr sz="2400"/>
            </a:lvl2pPr>
            <a:lvl3pPr>
              <a:defRPr sz="1800"/>
            </a:lvl3pPr>
            <a:lvl4pPr>
              <a:defRPr sz="1600"/>
            </a:lvl4pPr>
            <a:lvl5pPr>
              <a:defRPr sz="1600"/>
            </a:lvl5pPr>
            <a:lvl6pPr>
              <a:defRPr sz="900"/>
            </a:lvl6pPr>
            <a:lvl7pPr>
              <a:defRPr sz="900"/>
            </a:lvl7pPr>
            <a:lvl8pPr>
              <a:defRPr sz="900"/>
            </a:lvl8pPr>
            <a:lvl9pPr>
              <a:defRPr sz="9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0398962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56066392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15839255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06401" y="5495544"/>
            <a:ext cx="11379200" cy="594360"/>
          </a:xfrm>
        </p:spPr>
        <p:txBody>
          <a:bodyPr anchor="b"/>
          <a:lstStyle>
            <a:lvl1pPr algn="ctr">
              <a:defRPr sz="1238" b="1"/>
            </a:lvl1pPr>
          </a:lstStyle>
          <a:p>
            <a:r>
              <a:rPr lang="en-US"/>
              <a:t>Click to edit Master title style</a:t>
            </a:r>
            <a:endParaRPr lang="en-US" dirty="0"/>
          </a:p>
        </p:txBody>
      </p:sp>
      <p:sp>
        <p:nvSpPr>
          <p:cNvPr id="4" name="Text Placeholder 3"/>
          <p:cNvSpPr>
            <a:spLocks noGrp="1"/>
          </p:cNvSpPr>
          <p:nvPr>
            <p:ph type="body" sz="half" idx="2"/>
          </p:nvPr>
        </p:nvSpPr>
        <p:spPr>
          <a:xfrm>
            <a:off x="406402" y="6096000"/>
            <a:ext cx="11379201" cy="609600"/>
          </a:xfrm>
          <a:noFill/>
        </p:spPr>
        <p:style>
          <a:lnRef idx="2">
            <a:schemeClr val="accent5"/>
          </a:lnRef>
          <a:fillRef idx="1">
            <a:schemeClr val="lt1"/>
          </a:fillRef>
          <a:effectRef idx="0">
            <a:schemeClr val="accent5"/>
          </a:effectRef>
          <a:fontRef idx="none"/>
        </p:style>
        <p:txBody>
          <a:bodyPr>
            <a:normAutofit/>
          </a:bodyPr>
          <a:lstStyle>
            <a:lvl1pPr marL="0" indent="0" algn="ctr">
              <a:buNone/>
              <a:defRPr sz="900"/>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a:t>Edit Master text styles</a:t>
            </a:r>
          </a:p>
        </p:txBody>
      </p:sp>
      <p:sp>
        <p:nvSpPr>
          <p:cNvPr id="9" name="Content Placeholder 8"/>
          <p:cNvSpPr>
            <a:spLocks noGrp="1"/>
          </p:cNvSpPr>
          <p:nvPr>
            <p:ph sz="quarter" idx="13"/>
          </p:nvPr>
        </p:nvSpPr>
        <p:spPr>
          <a:xfrm>
            <a:off x="406400" y="381000"/>
            <a:ext cx="11379200" cy="4942840"/>
          </a:xfrm>
        </p:spPr>
        <p:style>
          <a:lnRef idx="2">
            <a:schemeClr val="accent5"/>
          </a:lnRef>
          <a:fillRef idx="1">
            <a:schemeClr val="lt1"/>
          </a:fillRef>
          <a:effectRef idx="0">
            <a:schemeClr val="accent5"/>
          </a:effectRef>
          <a:fontRef idx="none"/>
        </p:style>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7469473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xOverObj" preserve="1">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US"/>
              <a:t>Click to edit Master title style</a:t>
            </a:r>
          </a:p>
        </p:txBody>
      </p:sp>
      <p:sp>
        <p:nvSpPr>
          <p:cNvPr id="3" name="Text Placeholder 2"/>
          <p:cNvSpPr>
            <a:spLocks noGrp="1"/>
          </p:cNvSpPr>
          <p:nvPr>
            <p:ph type="body" sz="half" idx="1"/>
          </p:nvPr>
        </p:nvSpPr>
        <p:spPr>
          <a:xfrm>
            <a:off x="914400" y="1981200"/>
            <a:ext cx="10363200" cy="1981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914400" y="4114800"/>
            <a:ext cx="10363200" cy="1981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a:xfrm rot="16200000">
            <a:off x="10474870" y="1584960"/>
            <a:ext cx="2438399" cy="487680"/>
          </a:xfrm>
          <a:prstGeom prst="rect">
            <a:avLst/>
          </a:prstGeom>
        </p:spPr>
        <p:txBody>
          <a:bodyPr/>
          <a:lstStyle/>
          <a:p>
            <a:fld id="{6F8B1E7F-8A42-40E4-9CF3-CF643FA4249D}" type="datetimeFigureOut">
              <a:rPr lang="en-US" smtClean="0"/>
              <a:t>09-Jan-17</a:t>
            </a:fld>
            <a:endParaRPr lang="en-US"/>
          </a:p>
        </p:txBody>
      </p:sp>
      <p:sp>
        <p:nvSpPr>
          <p:cNvPr id="8" name="Footer Placeholder 4"/>
          <p:cNvSpPr>
            <a:spLocks noGrp="1"/>
          </p:cNvSpPr>
          <p:nvPr>
            <p:ph type="ftr" sz="quarter" idx="11"/>
          </p:nvPr>
        </p:nvSpPr>
        <p:spPr>
          <a:xfrm rot="16200000">
            <a:off x="10510429" y="3987800"/>
            <a:ext cx="2367281" cy="487680"/>
          </a:xfrm>
          <a:prstGeom prst="rect">
            <a:avLst/>
          </a:prstGeom>
        </p:spPr>
        <p:txBody>
          <a:bodyPr/>
          <a:lstStyle/>
          <a:p>
            <a:endParaRPr lang="en-US"/>
          </a:p>
        </p:txBody>
      </p:sp>
      <p:sp>
        <p:nvSpPr>
          <p:cNvPr id="9" name="Slide Number Placeholder 5"/>
          <p:cNvSpPr>
            <a:spLocks noGrp="1"/>
          </p:cNvSpPr>
          <p:nvPr>
            <p:ph type="sldNum" sz="quarter" idx="12"/>
          </p:nvPr>
        </p:nvSpPr>
        <p:spPr>
          <a:xfrm>
            <a:off x="11375717" y="5648960"/>
            <a:ext cx="731520" cy="396240"/>
          </a:xfrm>
          <a:prstGeom prst="bracketPair">
            <a:avLst>
              <a:gd name="adj" fmla="val 17949"/>
            </a:avLst>
          </a:prstGeom>
        </p:spPr>
        <p:txBody>
          <a:bodyPr/>
          <a:lstStyle/>
          <a:p>
            <a:fld id="{01E7E831-D999-4C39-9960-F100EE735C35}" type="slidenum">
              <a:rPr lang="en-US" smtClean="0"/>
              <a:t>‹#›</a:t>
            </a:fld>
            <a:endParaRPr lang="en-US"/>
          </a:p>
        </p:txBody>
      </p:sp>
    </p:spTree>
    <p:extLst>
      <p:ext uri="{BB962C8B-B14F-4D97-AF65-F5344CB8AC3E}">
        <p14:creationId xmlns:p14="http://schemas.microsoft.com/office/powerpoint/2010/main" val="3650466107"/>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Socrative">
    <p:spTree>
      <p:nvGrpSpPr>
        <p:cNvPr id="1" name=""/>
        <p:cNvGrpSpPr/>
        <p:nvPr/>
      </p:nvGrpSpPr>
      <p:grpSpPr>
        <a:xfrm>
          <a:off x="0" y="0"/>
          <a:ext cx="0" cy="0"/>
          <a:chOff x="0" y="0"/>
          <a:chExt cx="0" cy="0"/>
        </a:xfrm>
      </p:grpSpPr>
      <p:sp>
        <p:nvSpPr>
          <p:cNvPr id="6" name="Slide Number Placeholder 4"/>
          <p:cNvSpPr>
            <a:spLocks noGrp="1"/>
          </p:cNvSpPr>
          <p:nvPr>
            <p:ph type="sldNum" sz="quarter" idx="12"/>
          </p:nvPr>
        </p:nvSpPr>
        <p:spPr>
          <a:xfrm>
            <a:off x="11375717" y="5648960"/>
            <a:ext cx="731520" cy="396240"/>
          </a:xfrm>
          <a:prstGeom prst="bracketPair">
            <a:avLst>
              <a:gd name="adj" fmla="val 17949"/>
            </a:avLst>
          </a:prstGeom>
        </p:spPr>
        <p:txBody>
          <a:bodyPr/>
          <a:lstStyle/>
          <a:p>
            <a:pPr>
              <a:defRPr/>
            </a:pPr>
            <a:fld id="{B98D8915-25D4-4658-BC43-48DE22203236}" type="slidenum">
              <a:rPr lang="en-US" smtClean="0"/>
              <a:pPr>
                <a:defRPr/>
              </a:pPr>
              <a:t>‹#›</a:t>
            </a:fld>
            <a:endParaRPr lang="en-US"/>
          </a:p>
        </p:txBody>
      </p:sp>
      <p:sp>
        <p:nvSpPr>
          <p:cNvPr id="9" name="Content Placeholder 2"/>
          <p:cNvSpPr>
            <a:spLocks noGrp="1"/>
          </p:cNvSpPr>
          <p:nvPr>
            <p:ph idx="1"/>
          </p:nvPr>
        </p:nvSpPr>
        <p:spPr>
          <a:xfrm>
            <a:off x="609600" y="1600205"/>
            <a:ext cx="10972800" cy="4530725"/>
          </a:xfrm>
        </p:spPr>
        <p:txBody>
          <a:bodyPr/>
          <a:lstStyle>
            <a:lvl1pPr marL="0" indent="0">
              <a:buFont typeface="+mj-lt"/>
              <a:buNone/>
              <a:defRPr/>
            </a:lvl1pPr>
          </a:lstStyle>
          <a:p>
            <a:pPr marL="0" lvl="0" indent="0">
              <a:buNone/>
            </a:pPr>
            <a:r>
              <a:rPr lang="en-US"/>
              <a:t>Edit Master text styles</a:t>
            </a:r>
          </a:p>
          <a:p>
            <a:pPr marL="0" lvl="1" indent="0">
              <a:buNone/>
            </a:pPr>
            <a:r>
              <a:rPr lang="en-US"/>
              <a:t>Second level</a:t>
            </a:r>
          </a:p>
          <a:p>
            <a:pPr marL="0" lvl="2" indent="0">
              <a:buNone/>
            </a:pPr>
            <a:r>
              <a:rPr lang="en-US"/>
              <a:t>Third level</a:t>
            </a:r>
          </a:p>
          <a:p>
            <a:pPr marL="0" lvl="3" indent="0">
              <a:buNone/>
            </a:pPr>
            <a:r>
              <a:rPr lang="en-US"/>
              <a:t>Fourth level</a:t>
            </a:r>
          </a:p>
        </p:txBody>
      </p:sp>
      <p:sp>
        <p:nvSpPr>
          <p:cNvPr id="11" name="TextBox 10"/>
          <p:cNvSpPr txBox="1"/>
          <p:nvPr/>
        </p:nvSpPr>
        <p:spPr>
          <a:xfrm>
            <a:off x="3943789" y="627745"/>
            <a:ext cx="7588075" cy="400110"/>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l"/>
            <a:r>
              <a:rPr lang="en-US" sz="2000" dirty="0"/>
              <a:t>Go to </a:t>
            </a:r>
            <a:r>
              <a:rPr lang="en-US" sz="2000" dirty="0">
                <a:hlinkClick r:id="rId2"/>
              </a:rPr>
              <a:t>www.socrative.com</a:t>
            </a:r>
            <a:r>
              <a:rPr lang="en-US" sz="2000" dirty="0"/>
              <a:t> and log into &lt;instructor</a:t>
            </a:r>
            <a:r>
              <a:rPr lang="en-US" sz="2000" baseline="0" dirty="0"/>
              <a:t> account name&gt;</a:t>
            </a:r>
            <a:endParaRPr lang="en-US" sz="2000" dirty="0"/>
          </a:p>
        </p:txBody>
      </p:sp>
      <p:pic>
        <p:nvPicPr>
          <p:cNvPr id="1026" name="Picture 2" descr="https://socrative-production-static-web.s3.amazonaws.com/img/logo_new.jpg">
            <a:hlinkClick r:id="rId2"/>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8133" y="412103"/>
            <a:ext cx="2922411" cy="77672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p:spPr>
      </p:pic>
    </p:spTree>
    <p:extLst>
      <p:ext uri="{BB962C8B-B14F-4D97-AF65-F5344CB8AC3E}">
        <p14:creationId xmlns:p14="http://schemas.microsoft.com/office/powerpoint/2010/main" val="41787346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jp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slideLayout" Target="../slideLayouts/slideLayout28.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slideLayout" Target="../slideLayouts/slideLayout27.xml"/><Relationship Id="rId17" Type="http://schemas.openxmlformats.org/officeDocument/2006/relationships/theme" Target="../theme/theme2.xml"/><Relationship Id="rId2" Type="http://schemas.openxmlformats.org/officeDocument/2006/relationships/slideLayout" Target="../slideLayouts/slideLayout17.xml"/><Relationship Id="rId16" Type="http://schemas.openxmlformats.org/officeDocument/2006/relationships/slideLayout" Target="../slideLayouts/slideLayout31.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5" Type="http://schemas.openxmlformats.org/officeDocument/2006/relationships/slideLayout" Target="../slideLayouts/slideLayout3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slideLayout" Target="../slideLayouts/slideLayout2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9.xml"/><Relationship Id="rId13" Type="http://schemas.openxmlformats.org/officeDocument/2006/relationships/slideLayout" Target="../slideLayouts/slideLayout44.xml"/><Relationship Id="rId18" Type="http://schemas.openxmlformats.org/officeDocument/2006/relationships/theme" Target="../theme/theme3.xml"/><Relationship Id="rId3" Type="http://schemas.openxmlformats.org/officeDocument/2006/relationships/slideLayout" Target="../slideLayouts/slideLayout34.xml"/><Relationship Id="rId7" Type="http://schemas.openxmlformats.org/officeDocument/2006/relationships/slideLayout" Target="../slideLayouts/slideLayout38.xml"/><Relationship Id="rId12" Type="http://schemas.openxmlformats.org/officeDocument/2006/relationships/slideLayout" Target="../slideLayouts/slideLayout43.xml"/><Relationship Id="rId17" Type="http://schemas.openxmlformats.org/officeDocument/2006/relationships/slideLayout" Target="../slideLayouts/slideLayout48.xml"/><Relationship Id="rId2" Type="http://schemas.openxmlformats.org/officeDocument/2006/relationships/slideLayout" Target="../slideLayouts/slideLayout33.xml"/><Relationship Id="rId16" Type="http://schemas.openxmlformats.org/officeDocument/2006/relationships/slideLayout" Target="../slideLayouts/slideLayout47.xml"/><Relationship Id="rId1" Type="http://schemas.openxmlformats.org/officeDocument/2006/relationships/slideLayout" Target="../slideLayouts/slideLayout32.xml"/><Relationship Id="rId6" Type="http://schemas.openxmlformats.org/officeDocument/2006/relationships/slideLayout" Target="../slideLayouts/slideLayout37.xml"/><Relationship Id="rId11" Type="http://schemas.openxmlformats.org/officeDocument/2006/relationships/slideLayout" Target="../slideLayouts/slideLayout42.xml"/><Relationship Id="rId5" Type="http://schemas.openxmlformats.org/officeDocument/2006/relationships/slideLayout" Target="../slideLayouts/slideLayout36.xml"/><Relationship Id="rId15" Type="http://schemas.openxmlformats.org/officeDocument/2006/relationships/slideLayout" Target="../slideLayouts/slideLayout46.xml"/><Relationship Id="rId10" Type="http://schemas.openxmlformats.org/officeDocument/2006/relationships/slideLayout" Target="../slideLayouts/slideLayout41.xml"/><Relationship Id="rId4" Type="http://schemas.openxmlformats.org/officeDocument/2006/relationships/slideLayout" Target="../slideLayouts/slideLayout35.xml"/><Relationship Id="rId9" Type="http://schemas.openxmlformats.org/officeDocument/2006/relationships/slideLayout" Target="../slideLayouts/slideLayout40.xml"/><Relationship Id="rId14" Type="http://schemas.openxmlformats.org/officeDocument/2006/relationships/slideLayout" Target="../slideLayouts/slideLayout45.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6.xml"/><Relationship Id="rId3" Type="http://schemas.openxmlformats.org/officeDocument/2006/relationships/slideLayout" Target="../slideLayouts/slideLayout51.xml"/><Relationship Id="rId7" Type="http://schemas.openxmlformats.org/officeDocument/2006/relationships/slideLayout" Target="../slideLayouts/slideLayout55.xml"/><Relationship Id="rId12" Type="http://schemas.openxmlformats.org/officeDocument/2006/relationships/image" Target="../media/image5.png"/><Relationship Id="rId2" Type="http://schemas.openxmlformats.org/officeDocument/2006/relationships/slideLayout" Target="../slideLayouts/slideLayout50.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theme" Target="../theme/theme4.xml"/><Relationship Id="rId5" Type="http://schemas.openxmlformats.org/officeDocument/2006/relationships/slideLayout" Target="../slideLayouts/slideLayout53.xml"/><Relationship Id="rId10" Type="http://schemas.openxmlformats.org/officeDocument/2006/relationships/slideLayout" Target="../slideLayouts/slideLayout58.xml"/><Relationship Id="rId4" Type="http://schemas.openxmlformats.org/officeDocument/2006/relationships/slideLayout" Target="../slideLayouts/slideLayout52.xml"/><Relationship Id="rId9" Type="http://schemas.openxmlformats.org/officeDocument/2006/relationships/slideLayout" Target="../slideLayouts/slideLayout5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bwMode="auto">
          <a:xfrm>
            <a:off x="609600" y="274638"/>
            <a:ext cx="10972800" cy="1143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8" name="Rectangle 3"/>
          <p:cNvSpPr>
            <a:spLocks noGrp="1" noChangeArrowheads="1"/>
          </p:cNvSpPr>
          <p:nvPr>
            <p:ph type="body" idx="1"/>
          </p:nvPr>
        </p:nvSpPr>
        <p:spPr bwMode="auto">
          <a:xfrm>
            <a:off x="609600" y="1600200"/>
            <a:ext cx="10972800" cy="39624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3" name="Picture 2" descr="stemulus_cnm_logos.jpg"/>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609600" y="5833242"/>
            <a:ext cx="10961801" cy="851023"/>
          </a:xfrm>
          <a:prstGeom prst="rect">
            <a:avLst/>
          </a:prstGeom>
        </p:spPr>
      </p:pic>
    </p:spTree>
    <p:extLst>
      <p:ext uri="{BB962C8B-B14F-4D97-AF65-F5344CB8AC3E}">
        <p14:creationId xmlns:p14="http://schemas.microsoft.com/office/powerpoint/2010/main" val="40093108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Lst>
  <p:txStyles>
    <p:titleStyle>
      <a:lvl1pPr algn="ctr" rtl="0" eaLnBrk="1" fontAlgn="base" hangingPunct="1">
        <a:spcBef>
          <a:spcPct val="0"/>
        </a:spcBef>
        <a:spcAft>
          <a:spcPct val="0"/>
        </a:spcAft>
        <a:defRPr sz="4400">
          <a:solidFill>
            <a:srgbClr val="004990"/>
          </a:solidFill>
          <a:latin typeface="+mj-lt"/>
          <a:ea typeface="+mj-ea"/>
          <a:cs typeface="+mj-cs"/>
        </a:defRPr>
      </a:lvl1pPr>
      <a:lvl2pPr algn="ctr" rtl="0" eaLnBrk="1" fontAlgn="base" hangingPunct="1">
        <a:spcBef>
          <a:spcPct val="0"/>
        </a:spcBef>
        <a:spcAft>
          <a:spcPct val="0"/>
        </a:spcAft>
        <a:defRPr sz="4400">
          <a:solidFill>
            <a:srgbClr val="004990"/>
          </a:solidFill>
          <a:latin typeface="Arial Black" pitchFamily="34" charset="0"/>
        </a:defRPr>
      </a:lvl2pPr>
      <a:lvl3pPr algn="ctr" rtl="0" eaLnBrk="1" fontAlgn="base" hangingPunct="1">
        <a:spcBef>
          <a:spcPct val="0"/>
        </a:spcBef>
        <a:spcAft>
          <a:spcPct val="0"/>
        </a:spcAft>
        <a:defRPr sz="4400">
          <a:solidFill>
            <a:srgbClr val="004990"/>
          </a:solidFill>
          <a:latin typeface="Arial Black" pitchFamily="34" charset="0"/>
        </a:defRPr>
      </a:lvl3pPr>
      <a:lvl4pPr algn="ctr" rtl="0" eaLnBrk="1" fontAlgn="base" hangingPunct="1">
        <a:spcBef>
          <a:spcPct val="0"/>
        </a:spcBef>
        <a:spcAft>
          <a:spcPct val="0"/>
        </a:spcAft>
        <a:defRPr sz="4400">
          <a:solidFill>
            <a:srgbClr val="004990"/>
          </a:solidFill>
          <a:latin typeface="Arial Black" pitchFamily="34" charset="0"/>
        </a:defRPr>
      </a:lvl4pPr>
      <a:lvl5pPr algn="ctr" rtl="0" eaLnBrk="1" fontAlgn="base" hangingPunct="1">
        <a:spcBef>
          <a:spcPct val="0"/>
        </a:spcBef>
        <a:spcAft>
          <a:spcPct val="0"/>
        </a:spcAft>
        <a:defRPr sz="4400">
          <a:solidFill>
            <a:srgbClr val="004990"/>
          </a:solidFill>
          <a:latin typeface="Arial Black" pitchFamily="34" charset="0"/>
        </a:defRPr>
      </a:lvl5pPr>
      <a:lvl6pPr marL="457200" algn="ctr" rtl="0" eaLnBrk="1" fontAlgn="base" hangingPunct="1">
        <a:spcBef>
          <a:spcPct val="0"/>
        </a:spcBef>
        <a:spcAft>
          <a:spcPct val="0"/>
        </a:spcAft>
        <a:defRPr sz="4400">
          <a:solidFill>
            <a:srgbClr val="004990"/>
          </a:solidFill>
          <a:latin typeface="Arial Black" pitchFamily="34" charset="0"/>
        </a:defRPr>
      </a:lvl6pPr>
      <a:lvl7pPr marL="914400" algn="ctr" rtl="0" eaLnBrk="1" fontAlgn="base" hangingPunct="1">
        <a:spcBef>
          <a:spcPct val="0"/>
        </a:spcBef>
        <a:spcAft>
          <a:spcPct val="0"/>
        </a:spcAft>
        <a:defRPr sz="4400">
          <a:solidFill>
            <a:srgbClr val="004990"/>
          </a:solidFill>
          <a:latin typeface="Arial Black" pitchFamily="34" charset="0"/>
        </a:defRPr>
      </a:lvl7pPr>
      <a:lvl8pPr marL="1371600" algn="ctr" rtl="0" eaLnBrk="1" fontAlgn="base" hangingPunct="1">
        <a:spcBef>
          <a:spcPct val="0"/>
        </a:spcBef>
        <a:spcAft>
          <a:spcPct val="0"/>
        </a:spcAft>
        <a:defRPr sz="4400">
          <a:solidFill>
            <a:srgbClr val="004990"/>
          </a:solidFill>
          <a:latin typeface="Arial Black" pitchFamily="34" charset="0"/>
        </a:defRPr>
      </a:lvl8pPr>
      <a:lvl9pPr marL="1828800" algn="ctr" rtl="0" eaLnBrk="1" fontAlgn="base" hangingPunct="1">
        <a:spcBef>
          <a:spcPct val="0"/>
        </a:spcBef>
        <a:spcAft>
          <a:spcPct val="0"/>
        </a:spcAft>
        <a:defRPr sz="4400">
          <a:solidFill>
            <a:srgbClr val="004990"/>
          </a:solidFill>
          <a:latin typeface="Arial Black" pitchFamily="34" charset="0"/>
        </a:defRPr>
      </a:lvl9pPr>
    </p:titleStyle>
    <p:bodyStyle>
      <a:lvl1pPr marL="342900" indent="-342900" algn="l" rtl="0" eaLnBrk="1" fontAlgn="base" hangingPunct="1">
        <a:spcBef>
          <a:spcPts val="0"/>
        </a:spcBef>
        <a:spcAft>
          <a:spcPts val="1200"/>
        </a:spcAft>
        <a:buFont typeface="Webdings" pitchFamily="18" charset="2"/>
        <a:buChar char="4"/>
        <a:defRPr sz="3200">
          <a:solidFill>
            <a:srgbClr val="004990"/>
          </a:solidFill>
          <a:latin typeface="+mn-lt"/>
          <a:ea typeface="+mn-ea"/>
          <a:cs typeface="+mn-cs"/>
        </a:defRPr>
      </a:lvl1pPr>
      <a:lvl2pPr marL="742950" indent="-285750" algn="l" rtl="0" eaLnBrk="1" fontAlgn="base" hangingPunct="1">
        <a:spcBef>
          <a:spcPts val="0"/>
        </a:spcBef>
        <a:spcAft>
          <a:spcPts val="1200"/>
        </a:spcAft>
        <a:buChar char="–"/>
        <a:defRPr sz="2800">
          <a:solidFill>
            <a:srgbClr val="004990"/>
          </a:solidFill>
          <a:latin typeface="Arial" charset="0"/>
        </a:defRPr>
      </a:lvl2pPr>
      <a:lvl3pPr marL="1143000" indent="-228600" algn="l" rtl="0" eaLnBrk="1" fontAlgn="base" hangingPunct="1">
        <a:spcBef>
          <a:spcPts val="0"/>
        </a:spcBef>
        <a:spcAft>
          <a:spcPts val="1200"/>
        </a:spcAft>
        <a:buChar char="•"/>
        <a:defRPr sz="2400">
          <a:solidFill>
            <a:srgbClr val="004990"/>
          </a:solidFill>
          <a:latin typeface="Arial" charset="0"/>
        </a:defRPr>
      </a:lvl3pPr>
      <a:lvl4pPr marL="1600200" indent="-228600" algn="l" rtl="0" eaLnBrk="1" fontAlgn="base" hangingPunct="1">
        <a:spcBef>
          <a:spcPts val="0"/>
        </a:spcBef>
        <a:spcAft>
          <a:spcPts val="1200"/>
        </a:spcAft>
        <a:buChar char="–"/>
        <a:defRPr sz="2000">
          <a:solidFill>
            <a:srgbClr val="004990"/>
          </a:solidFill>
          <a:latin typeface="Arial Narrow" pitchFamily="34" charset="0"/>
        </a:defRPr>
      </a:lvl4pPr>
      <a:lvl5pPr marL="2057400" indent="-228600" algn="l" rtl="0" eaLnBrk="1" fontAlgn="base" hangingPunct="1">
        <a:spcBef>
          <a:spcPts val="0"/>
        </a:spcBef>
        <a:spcAft>
          <a:spcPts val="1200"/>
        </a:spcAft>
        <a:buChar char="»"/>
        <a:defRPr sz="2000">
          <a:solidFill>
            <a:srgbClr val="004990"/>
          </a:solidFill>
          <a:latin typeface="Arial Narrow" pitchFamily="34" charset="0"/>
        </a:defRPr>
      </a:lvl5pPr>
      <a:lvl6pPr marL="2514600" indent="-228600" algn="l" rtl="0" eaLnBrk="1" fontAlgn="base" hangingPunct="1">
        <a:spcBef>
          <a:spcPct val="20000"/>
        </a:spcBef>
        <a:spcAft>
          <a:spcPct val="0"/>
        </a:spcAft>
        <a:buChar char="»"/>
        <a:defRPr sz="2000">
          <a:solidFill>
            <a:srgbClr val="004990"/>
          </a:solidFill>
          <a:latin typeface="Arial Narrow" pitchFamily="34" charset="0"/>
        </a:defRPr>
      </a:lvl6pPr>
      <a:lvl7pPr marL="2971800" indent="-228600" algn="l" rtl="0" eaLnBrk="1" fontAlgn="base" hangingPunct="1">
        <a:spcBef>
          <a:spcPct val="20000"/>
        </a:spcBef>
        <a:spcAft>
          <a:spcPct val="0"/>
        </a:spcAft>
        <a:buChar char="»"/>
        <a:defRPr sz="2000">
          <a:solidFill>
            <a:srgbClr val="004990"/>
          </a:solidFill>
          <a:latin typeface="Arial Narrow" pitchFamily="34" charset="0"/>
        </a:defRPr>
      </a:lvl7pPr>
      <a:lvl8pPr marL="3429000" indent="-228600" algn="l" rtl="0" eaLnBrk="1" fontAlgn="base" hangingPunct="1">
        <a:spcBef>
          <a:spcPct val="20000"/>
        </a:spcBef>
        <a:spcAft>
          <a:spcPct val="0"/>
        </a:spcAft>
        <a:buChar char="»"/>
        <a:defRPr sz="2000">
          <a:solidFill>
            <a:srgbClr val="004990"/>
          </a:solidFill>
          <a:latin typeface="Arial Narrow" pitchFamily="34" charset="0"/>
        </a:defRPr>
      </a:lvl8pPr>
      <a:lvl9pPr marL="3886200" indent="-228600" algn="l" rtl="0" eaLnBrk="1" fontAlgn="base" hangingPunct="1">
        <a:spcBef>
          <a:spcPct val="20000"/>
        </a:spcBef>
        <a:spcAft>
          <a:spcPct val="0"/>
        </a:spcAft>
        <a:buChar char="»"/>
        <a:defRPr sz="2000">
          <a:solidFill>
            <a:srgbClr val="004990"/>
          </a:solidFill>
          <a:latin typeface="Arial Narrow"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8" name="Rectangle 3"/>
          <p:cNvSpPr>
            <a:spLocks noGrp="1" noChangeArrowheads="1"/>
          </p:cNvSpPr>
          <p:nvPr>
            <p:ph type="body" idx="1"/>
          </p:nvPr>
        </p:nvSpPr>
        <p:spPr bwMode="auto">
          <a:xfrm>
            <a:off x="609600" y="1600199"/>
            <a:ext cx="10972800" cy="44924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Rectangle 5"/>
          <p:cNvSpPr/>
          <p:nvPr/>
        </p:nvSpPr>
        <p:spPr>
          <a:xfrm>
            <a:off x="609600" y="6211956"/>
            <a:ext cx="10972800" cy="455827"/>
          </a:xfrm>
          <a:prstGeom prst="rect">
            <a:avLst/>
          </a:prstGeom>
          <a:solidFill>
            <a:srgbClr val="3E3E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Slides based on material from:</a:t>
            </a:r>
            <a:r>
              <a:rPr lang="en-US" sz="1400" baseline="0" dirty="0"/>
              <a:t> </a:t>
            </a:r>
            <a:r>
              <a:rPr lang="en-US" sz="1400" u="sng" dirty="0"/>
              <a:t>Professional C# 5.0 and .NET 4.5.1.</a:t>
            </a:r>
            <a:r>
              <a:rPr lang="en-US" sz="1400" u="none" dirty="0"/>
              <a:t> Nagel,</a:t>
            </a:r>
            <a:r>
              <a:rPr lang="en-US" sz="1400" dirty="0"/>
              <a:t> Christian; Glynn, Jay; Skinner, Morgan (2014-02-19). Wiley. </a:t>
            </a:r>
          </a:p>
        </p:txBody>
      </p:sp>
    </p:spTree>
    <p:extLst>
      <p:ext uri="{BB962C8B-B14F-4D97-AF65-F5344CB8AC3E}">
        <p14:creationId xmlns:p14="http://schemas.microsoft.com/office/powerpoint/2010/main" val="2230036597"/>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 id="2147483689" r:id="rId13"/>
    <p:sldLayoutId id="2147483690" r:id="rId14"/>
    <p:sldLayoutId id="2147483691" r:id="rId15"/>
    <p:sldLayoutId id="2147483692" r:id="rId16"/>
  </p:sldLayoutIdLst>
  <p:txStyles>
    <p:titleStyle>
      <a:lvl1pPr algn="ctr" rtl="0" eaLnBrk="1" fontAlgn="base" hangingPunct="1">
        <a:spcBef>
          <a:spcPct val="0"/>
        </a:spcBef>
        <a:spcAft>
          <a:spcPct val="0"/>
        </a:spcAft>
        <a:defRPr sz="4400">
          <a:solidFill>
            <a:srgbClr val="004990"/>
          </a:solidFill>
          <a:latin typeface="+mj-lt"/>
          <a:ea typeface="+mj-ea"/>
          <a:cs typeface="+mj-cs"/>
        </a:defRPr>
      </a:lvl1pPr>
      <a:lvl2pPr algn="ctr" rtl="0" eaLnBrk="1" fontAlgn="base" hangingPunct="1">
        <a:spcBef>
          <a:spcPct val="0"/>
        </a:spcBef>
        <a:spcAft>
          <a:spcPct val="0"/>
        </a:spcAft>
        <a:defRPr sz="4400">
          <a:solidFill>
            <a:srgbClr val="004990"/>
          </a:solidFill>
          <a:latin typeface="Arial Black" pitchFamily="34" charset="0"/>
        </a:defRPr>
      </a:lvl2pPr>
      <a:lvl3pPr algn="ctr" rtl="0" eaLnBrk="1" fontAlgn="base" hangingPunct="1">
        <a:spcBef>
          <a:spcPct val="0"/>
        </a:spcBef>
        <a:spcAft>
          <a:spcPct val="0"/>
        </a:spcAft>
        <a:defRPr sz="4400">
          <a:solidFill>
            <a:srgbClr val="004990"/>
          </a:solidFill>
          <a:latin typeface="Arial Black" pitchFamily="34" charset="0"/>
        </a:defRPr>
      </a:lvl3pPr>
      <a:lvl4pPr algn="ctr" rtl="0" eaLnBrk="1" fontAlgn="base" hangingPunct="1">
        <a:spcBef>
          <a:spcPct val="0"/>
        </a:spcBef>
        <a:spcAft>
          <a:spcPct val="0"/>
        </a:spcAft>
        <a:defRPr sz="4400">
          <a:solidFill>
            <a:srgbClr val="004990"/>
          </a:solidFill>
          <a:latin typeface="Arial Black" pitchFamily="34" charset="0"/>
        </a:defRPr>
      </a:lvl4pPr>
      <a:lvl5pPr algn="ctr" rtl="0" eaLnBrk="1" fontAlgn="base" hangingPunct="1">
        <a:spcBef>
          <a:spcPct val="0"/>
        </a:spcBef>
        <a:spcAft>
          <a:spcPct val="0"/>
        </a:spcAft>
        <a:defRPr sz="4400">
          <a:solidFill>
            <a:srgbClr val="004990"/>
          </a:solidFill>
          <a:latin typeface="Arial Black" pitchFamily="34" charset="0"/>
        </a:defRPr>
      </a:lvl5pPr>
      <a:lvl6pPr marL="457200" algn="ctr" rtl="0" eaLnBrk="1" fontAlgn="base" hangingPunct="1">
        <a:spcBef>
          <a:spcPct val="0"/>
        </a:spcBef>
        <a:spcAft>
          <a:spcPct val="0"/>
        </a:spcAft>
        <a:defRPr sz="4400">
          <a:solidFill>
            <a:srgbClr val="004990"/>
          </a:solidFill>
          <a:latin typeface="Arial Black" pitchFamily="34" charset="0"/>
        </a:defRPr>
      </a:lvl6pPr>
      <a:lvl7pPr marL="914400" algn="ctr" rtl="0" eaLnBrk="1" fontAlgn="base" hangingPunct="1">
        <a:spcBef>
          <a:spcPct val="0"/>
        </a:spcBef>
        <a:spcAft>
          <a:spcPct val="0"/>
        </a:spcAft>
        <a:defRPr sz="4400">
          <a:solidFill>
            <a:srgbClr val="004990"/>
          </a:solidFill>
          <a:latin typeface="Arial Black" pitchFamily="34" charset="0"/>
        </a:defRPr>
      </a:lvl7pPr>
      <a:lvl8pPr marL="1371600" algn="ctr" rtl="0" eaLnBrk="1" fontAlgn="base" hangingPunct="1">
        <a:spcBef>
          <a:spcPct val="0"/>
        </a:spcBef>
        <a:spcAft>
          <a:spcPct val="0"/>
        </a:spcAft>
        <a:defRPr sz="4400">
          <a:solidFill>
            <a:srgbClr val="004990"/>
          </a:solidFill>
          <a:latin typeface="Arial Black" pitchFamily="34" charset="0"/>
        </a:defRPr>
      </a:lvl8pPr>
      <a:lvl9pPr marL="1828800" algn="ctr" rtl="0" eaLnBrk="1" fontAlgn="base" hangingPunct="1">
        <a:spcBef>
          <a:spcPct val="0"/>
        </a:spcBef>
        <a:spcAft>
          <a:spcPct val="0"/>
        </a:spcAft>
        <a:defRPr sz="4400">
          <a:solidFill>
            <a:srgbClr val="004990"/>
          </a:solidFill>
          <a:latin typeface="Arial Black" pitchFamily="34" charset="0"/>
        </a:defRPr>
      </a:lvl9pPr>
    </p:titleStyle>
    <p:bodyStyle>
      <a:lvl1pPr marL="342900" indent="-342900" algn="l" rtl="0" eaLnBrk="1" fontAlgn="base" hangingPunct="1">
        <a:spcBef>
          <a:spcPct val="20000"/>
        </a:spcBef>
        <a:spcAft>
          <a:spcPct val="0"/>
        </a:spcAft>
        <a:buFont typeface="Webdings" pitchFamily="18" charset="2"/>
        <a:buChar char="4"/>
        <a:defRPr sz="3200">
          <a:solidFill>
            <a:srgbClr val="004990"/>
          </a:solidFill>
          <a:latin typeface="+mn-lt"/>
          <a:ea typeface="+mn-ea"/>
          <a:cs typeface="+mn-cs"/>
        </a:defRPr>
      </a:lvl1pPr>
      <a:lvl2pPr marL="742950" indent="-285750" algn="l" rtl="0" eaLnBrk="1" fontAlgn="base" hangingPunct="1">
        <a:spcBef>
          <a:spcPct val="20000"/>
        </a:spcBef>
        <a:spcAft>
          <a:spcPct val="0"/>
        </a:spcAft>
        <a:buChar char="–"/>
        <a:defRPr sz="2800">
          <a:solidFill>
            <a:srgbClr val="004990"/>
          </a:solidFill>
          <a:latin typeface="Arial" charset="0"/>
        </a:defRPr>
      </a:lvl2pPr>
      <a:lvl3pPr marL="1143000" indent="-228600" algn="l" rtl="0" eaLnBrk="1" fontAlgn="base" hangingPunct="1">
        <a:spcBef>
          <a:spcPct val="20000"/>
        </a:spcBef>
        <a:spcAft>
          <a:spcPct val="0"/>
        </a:spcAft>
        <a:buChar char="•"/>
        <a:defRPr sz="2400">
          <a:solidFill>
            <a:srgbClr val="004990"/>
          </a:solidFill>
          <a:latin typeface="Arial" charset="0"/>
        </a:defRPr>
      </a:lvl3pPr>
      <a:lvl4pPr marL="1600200" indent="-228600" algn="l" rtl="0" eaLnBrk="1" fontAlgn="base" hangingPunct="1">
        <a:spcBef>
          <a:spcPct val="20000"/>
        </a:spcBef>
        <a:spcAft>
          <a:spcPct val="0"/>
        </a:spcAft>
        <a:buChar char="–"/>
        <a:defRPr sz="2000">
          <a:solidFill>
            <a:srgbClr val="004990"/>
          </a:solidFill>
          <a:latin typeface="Arial Narrow" pitchFamily="34" charset="0"/>
        </a:defRPr>
      </a:lvl4pPr>
      <a:lvl5pPr marL="2057400" indent="-228600" algn="l" rtl="0" eaLnBrk="1" fontAlgn="base" hangingPunct="1">
        <a:spcBef>
          <a:spcPct val="20000"/>
        </a:spcBef>
        <a:spcAft>
          <a:spcPct val="0"/>
        </a:spcAft>
        <a:buChar char="»"/>
        <a:defRPr sz="2000">
          <a:solidFill>
            <a:srgbClr val="004990"/>
          </a:solidFill>
          <a:latin typeface="Arial Narrow" pitchFamily="34" charset="0"/>
        </a:defRPr>
      </a:lvl5pPr>
      <a:lvl6pPr marL="2514600" indent="-228600" algn="l" rtl="0" eaLnBrk="1" fontAlgn="base" hangingPunct="1">
        <a:spcBef>
          <a:spcPct val="20000"/>
        </a:spcBef>
        <a:spcAft>
          <a:spcPct val="0"/>
        </a:spcAft>
        <a:buChar char="»"/>
        <a:defRPr sz="2000">
          <a:solidFill>
            <a:srgbClr val="004990"/>
          </a:solidFill>
          <a:latin typeface="Arial Narrow" pitchFamily="34" charset="0"/>
        </a:defRPr>
      </a:lvl6pPr>
      <a:lvl7pPr marL="2971800" indent="-228600" algn="l" rtl="0" eaLnBrk="1" fontAlgn="base" hangingPunct="1">
        <a:spcBef>
          <a:spcPct val="20000"/>
        </a:spcBef>
        <a:spcAft>
          <a:spcPct val="0"/>
        </a:spcAft>
        <a:buChar char="»"/>
        <a:defRPr sz="2000">
          <a:solidFill>
            <a:srgbClr val="004990"/>
          </a:solidFill>
          <a:latin typeface="Arial Narrow" pitchFamily="34" charset="0"/>
        </a:defRPr>
      </a:lvl7pPr>
      <a:lvl8pPr marL="3429000" indent="-228600" algn="l" rtl="0" eaLnBrk="1" fontAlgn="base" hangingPunct="1">
        <a:spcBef>
          <a:spcPct val="20000"/>
        </a:spcBef>
        <a:spcAft>
          <a:spcPct val="0"/>
        </a:spcAft>
        <a:buChar char="»"/>
        <a:defRPr sz="2000">
          <a:solidFill>
            <a:srgbClr val="004990"/>
          </a:solidFill>
          <a:latin typeface="Arial Narrow" pitchFamily="34" charset="0"/>
        </a:defRPr>
      </a:lvl8pPr>
      <a:lvl9pPr marL="3886200" indent="-228600" algn="l" rtl="0" eaLnBrk="1" fontAlgn="base" hangingPunct="1">
        <a:spcBef>
          <a:spcPct val="20000"/>
        </a:spcBef>
        <a:spcAft>
          <a:spcPct val="0"/>
        </a:spcAft>
        <a:buChar char="»"/>
        <a:defRPr sz="2000">
          <a:solidFill>
            <a:srgbClr val="004990"/>
          </a:solidFill>
          <a:latin typeface="Arial Narrow"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bwMode="auto">
          <a:xfrm>
            <a:off x="609600" y="274638"/>
            <a:ext cx="10972800" cy="1143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8" name="Rectangle 3"/>
          <p:cNvSpPr>
            <a:spLocks noGrp="1" noChangeArrowheads="1"/>
          </p:cNvSpPr>
          <p:nvPr>
            <p:ph type="body" idx="1"/>
          </p:nvPr>
        </p:nvSpPr>
        <p:spPr bwMode="auto">
          <a:xfrm>
            <a:off x="609600" y="1600201"/>
            <a:ext cx="10972800" cy="44924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Rectangle 5"/>
          <p:cNvSpPr/>
          <p:nvPr/>
        </p:nvSpPr>
        <p:spPr>
          <a:xfrm>
            <a:off x="609600" y="6211958"/>
            <a:ext cx="10972800" cy="455827"/>
          </a:xfrm>
          <a:prstGeom prst="rect">
            <a:avLst/>
          </a:prstGeom>
          <a:solidFill>
            <a:srgbClr val="3E3E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t>Slides based on material from:</a:t>
            </a:r>
            <a:r>
              <a:rPr lang="en-US" sz="1050" baseline="0" dirty="0"/>
              <a:t> </a:t>
            </a:r>
            <a:r>
              <a:rPr lang="en-US" sz="1050" u="sng" dirty="0"/>
              <a:t>Professional C# 5.0 and .NET 4.5.1.</a:t>
            </a:r>
            <a:r>
              <a:rPr lang="en-US" sz="1050" u="none" dirty="0"/>
              <a:t> Nagel,</a:t>
            </a:r>
            <a:r>
              <a:rPr lang="en-US" sz="1050" dirty="0"/>
              <a:t> Christian; Glynn, Jay; Skinner, Morgan (2014-02-19). Wiley. </a:t>
            </a:r>
          </a:p>
        </p:txBody>
      </p:sp>
    </p:spTree>
    <p:extLst>
      <p:ext uri="{BB962C8B-B14F-4D97-AF65-F5344CB8AC3E}">
        <p14:creationId xmlns:p14="http://schemas.microsoft.com/office/powerpoint/2010/main" val="3496047191"/>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9" r:id="rId6"/>
    <p:sldLayoutId id="2147483700" r:id="rId7"/>
    <p:sldLayoutId id="2147483701" r:id="rId8"/>
    <p:sldLayoutId id="2147483702" r:id="rId9"/>
    <p:sldLayoutId id="2147483703" r:id="rId10"/>
    <p:sldLayoutId id="2147483704" r:id="rId11"/>
    <p:sldLayoutId id="2147483705" r:id="rId12"/>
    <p:sldLayoutId id="2147483706" r:id="rId13"/>
    <p:sldLayoutId id="2147483707" r:id="rId14"/>
    <p:sldLayoutId id="2147483708" r:id="rId15"/>
    <p:sldLayoutId id="2147483709" r:id="rId16"/>
    <p:sldLayoutId id="2147483710" r:id="rId17"/>
  </p:sldLayoutIdLst>
  <p:txStyles>
    <p:titleStyle>
      <a:lvl1pPr algn="ctr" rtl="0" eaLnBrk="1" fontAlgn="base" hangingPunct="1">
        <a:spcBef>
          <a:spcPct val="0"/>
        </a:spcBef>
        <a:spcAft>
          <a:spcPct val="0"/>
        </a:spcAft>
        <a:defRPr sz="3300">
          <a:solidFill>
            <a:srgbClr val="004990"/>
          </a:solidFill>
          <a:latin typeface="+mj-lt"/>
          <a:ea typeface="+mj-ea"/>
          <a:cs typeface="+mj-cs"/>
        </a:defRPr>
      </a:lvl1pPr>
      <a:lvl2pPr algn="ctr" rtl="0" eaLnBrk="1" fontAlgn="base" hangingPunct="1">
        <a:spcBef>
          <a:spcPct val="0"/>
        </a:spcBef>
        <a:spcAft>
          <a:spcPct val="0"/>
        </a:spcAft>
        <a:defRPr sz="3300">
          <a:solidFill>
            <a:srgbClr val="004990"/>
          </a:solidFill>
          <a:latin typeface="Arial Black" pitchFamily="34" charset="0"/>
        </a:defRPr>
      </a:lvl2pPr>
      <a:lvl3pPr algn="ctr" rtl="0" eaLnBrk="1" fontAlgn="base" hangingPunct="1">
        <a:spcBef>
          <a:spcPct val="0"/>
        </a:spcBef>
        <a:spcAft>
          <a:spcPct val="0"/>
        </a:spcAft>
        <a:defRPr sz="3300">
          <a:solidFill>
            <a:srgbClr val="004990"/>
          </a:solidFill>
          <a:latin typeface="Arial Black" pitchFamily="34" charset="0"/>
        </a:defRPr>
      </a:lvl3pPr>
      <a:lvl4pPr algn="ctr" rtl="0" eaLnBrk="1" fontAlgn="base" hangingPunct="1">
        <a:spcBef>
          <a:spcPct val="0"/>
        </a:spcBef>
        <a:spcAft>
          <a:spcPct val="0"/>
        </a:spcAft>
        <a:defRPr sz="3300">
          <a:solidFill>
            <a:srgbClr val="004990"/>
          </a:solidFill>
          <a:latin typeface="Arial Black" pitchFamily="34" charset="0"/>
        </a:defRPr>
      </a:lvl4pPr>
      <a:lvl5pPr algn="ctr" rtl="0" eaLnBrk="1" fontAlgn="base" hangingPunct="1">
        <a:spcBef>
          <a:spcPct val="0"/>
        </a:spcBef>
        <a:spcAft>
          <a:spcPct val="0"/>
        </a:spcAft>
        <a:defRPr sz="3300">
          <a:solidFill>
            <a:srgbClr val="004990"/>
          </a:solidFill>
          <a:latin typeface="Arial Black" pitchFamily="34" charset="0"/>
        </a:defRPr>
      </a:lvl5pPr>
      <a:lvl6pPr marL="342900" algn="ctr" rtl="0" eaLnBrk="1" fontAlgn="base" hangingPunct="1">
        <a:spcBef>
          <a:spcPct val="0"/>
        </a:spcBef>
        <a:spcAft>
          <a:spcPct val="0"/>
        </a:spcAft>
        <a:defRPr sz="3300">
          <a:solidFill>
            <a:srgbClr val="004990"/>
          </a:solidFill>
          <a:latin typeface="Arial Black" pitchFamily="34" charset="0"/>
        </a:defRPr>
      </a:lvl6pPr>
      <a:lvl7pPr marL="685800" algn="ctr" rtl="0" eaLnBrk="1" fontAlgn="base" hangingPunct="1">
        <a:spcBef>
          <a:spcPct val="0"/>
        </a:spcBef>
        <a:spcAft>
          <a:spcPct val="0"/>
        </a:spcAft>
        <a:defRPr sz="3300">
          <a:solidFill>
            <a:srgbClr val="004990"/>
          </a:solidFill>
          <a:latin typeface="Arial Black" pitchFamily="34" charset="0"/>
        </a:defRPr>
      </a:lvl7pPr>
      <a:lvl8pPr marL="1028700" algn="ctr" rtl="0" eaLnBrk="1" fontAlgn="base" hangingPunct="1">
        <a:spcBef>
          <a:spcPct val="0"/>
        </a:spcBef>
        <a:spcAft>
          <a:spcPct val="0"/>
        </a:spcAft>
        <a:defRPr sz="3300">
          <a:solidFill>
            <a:srgbClr val="004990"/>
          </a:solidFill>
          <a:latin typeface="Arial Black" pitchFamily="34" charset="0"/>
        </a:defRPr>
      </a:lvl8pPr>
      <a:lvl9pPr marL="1371600" algn="ctr" rtl="0" eaLnBrk="1" fontAlgn="base" hangingPunct="1">
        <a:spcBef>
          <a:spcPct val="0"/>
        </a:spcBef>
        <a:spcAft>
          <a:spcPct val="0"/>
        </a:spcAft>
        <a:defRPr sz="3300">
          <a:solidFill>
            <a:srgbClr val="004990"/>
          </a:solidFill>
          <a:latin typeface="Arial Black" pitchFamily="34" charset="0"/>
        </a:defRPr>
      </a:lvl9pPr>
    </p:titleStyle>
    <p:bodyStyle>
      <a:lvl1pPr marL="257175" indent="-257175" algn="l" rtl="0" eaLnBrk="1" fontAlgn="base" hangingPunct="1">
        <a:spcBef>
          <a:spcPct val="20000"/>
        </a:spcBef>
        <a:spcAft>
          <a:spcPct val="0"/>
        </a:spcAft>
        <a:buFont typeface="Webdings" pitchFamily="18" charset="2"/>
        <a:buChar char="4"/>
        <a:defRPr sz="2400">
          <a:solidFill>
            <a:srgbClr val="004990"/>
          </a:solidFill>
          <a:latin typeface="+mn-lt"/>
          <a:ea typeface="+mn-ea"/>
          <a:cs typeface="+mn-cs"/>
        </a:defRPr>
      </a:lvl1pPr>
      <a:lvl2pPr marL="557213" indent="-214313" algn="l" rtl="0" eaLnBrk="1" fontAlgn="base" hangingPunct="1">
        <a:spcBef>
          <a:spcPct val="20000"/>
        </a:spcBef>
        <a:spcAft>
          <a:spcPct val="0"/>
        </a:spcAft>
        <a:buChar char="–"/>
        <a:defRPr sz="2100">
          <a:solidFill>
            <a:srgbClr val="004990"/>
          </a:solidFill>
          <a:latin typeface="Arial" charset="0"/>
        </a:defRPr>
      </a:lvl2pPr>
      <a:lvl3pPr marL="857250" indent="-171450" algn="l" rtl="0" eaLnBrk="1" fontAlgn="base" hangingPunct="1">
        <a:spcBef>
          <a:spcPct val="20000"/>
        </a:spcBef>
        <a:spcAft>
          <a:spcPct val="0"/>
        </a:spcAft>
        <a:buChar char="•"/>
        <a:defRPr sz="1800">
          <a:solidFill>
            <a:srgbClr val="004990"/>
          </a:solidFill>
          <a:latin typeface="Arial" charset="0"/>
        </a:defRPr>
      </a:lvl3pPr>
      <a:lvl4pPr marL="1200150" indent="-171450" algn="l" rtl="0" eaLnBrk="1" fontAlgn="base" hangingPunct="1">
        <a:spcBef>
          <a:spcPct val="20000"/>
        </a:spcBef>
        <a:spcAft>
          <a:spcPct val="0"/>
        </a:spcAft>
        <a:buChar char="–"/>
        <a:defRPr sz="1500">
          <a:solidFill>
            <a:srgbClr val="004990"/>
          </a:solidFill>
          <a:latin typeface="Arial Narrow" pitchFamily="34" charset="0"/>
        </a:defRPr>
      </a:lvl4pPr>
      <a:lvl5pPr marL="1543050" indent="-171450" algn="l" rtl="0" eaLnBrk="1" fontAlgn="base" hangingPunct="1">
        <a:spcBef>
          <a:spcPct val="20000"/>
        </a:spcBef>
        <a:spcAft>
          <a:spcPct val="0"/>
        </a:spcAft>
        <a:buChar char="»"/>
        <a:defRPr sz="1500">
          <a:solidFill>
            <a:srgbClr val="004990"/>
          </a:solidFill>
          <a:latin typeface="Arial Narrow" pitchFamily="34" charset="0"/>
        </a:defRPr>
      </a:lvl5pPr>
      <a:lvl6pPr marL="1885950" indent="-171450" algn="l" rtl="0" eaLnBrk="1" fontAlgn="base" hangingPunct="1">
        <a:spcBef>
          <a:spcPct val="20000"/>
        </a:spcBef>
        <a:spcAft>
          <a:spcPct val="0"/>
        </a:spcAft>
        <a:buChar char="»"/>
        <a:defRPr sz="1500">
          <a:solidFill>
            <a:srgbClr val="004990"/>
          </a:solidFill>
          <a:latin typeface="Arial Narrow" pitchFamily="34" charset="0"/>
        </a:defRPr>
      </a:lvl6pPr>
      <a:lvl7pPr marL="2228850" indent="-171450" algn="l" rtl="0" eaLnBrk="1" fontAlgn="base" hangingPunct="1">
        <a:spcBef>
          <a:spcPct val="20000"/>
        </a:spcBef>
        <a:spcAft>
          <a:spcPct val="0"/>
        </a:spcAft>
        <a:buChar char="»"/>
        <a:defRPr sz="1500">
          <a:solidFill>
            <a:srgbClr val="004990"/>
          </a:solidFill>
          <a:latin typeface="Arial Narrow" pitchFamily="34" charset="0"/>
        </a:defRPr>
      </a:lvl7pPr>
      <a:lvl8pPr marL="2571750" indent="-171450" algn="l" rtl="0" eaLnBrk="1" fontAlgn="base" hangingPunct="1">
        <a:spcBef>
          <a:spcPct val="20000"/>
        </a:spcBef>
        <a:spcAft>
          <a:spcPct val="0"/>
        </a:spcAft>
        <a:buChar char="»"/>
        <a:defRPr sz="1500">
          <a:solidFill>
            <a:srgbClr val="004990"/>
          </a:solidFill>
          <a:latin typeface="Arial Narrow" pitchFamily="34" charset="0"/>
        </a:defRPr>
      </a:lvl8pPr>
      <a:lvl9pPr marL="2914650" indent="-171450" algn="l" rtl="0" eaLnBrk="1" fontAlgn="base" hangingPunct="1">
        <a:spcBef>
          <a:spcPct val="20000"/>
        </a:spcBef>
        <a:spcAft>
          <a:spcPct val="0"/>
        </a:spcAft>
        <a:buChar char="»"/>
        <a:defRPr sz="1500">
          <a:solidFill>
            <a:srgbClr val="004990"/>
          </a:solidFill>
          <a:latin typeface="Arial Narrow" pitchFamily="34" charset="0"/>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l="-1000" b="-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609600" y="1676400"/>
            <a:ext cx="10972800" cy="4800600"/>
          </a:xfrm>
          <a:prstGeom prst="rect">
            <a:avLst/>
          </a:prstGeom>
        </p:spPr>
        <p:style>
          <a:lnRef idx="2">
            <a:schemeClr val="accent5"/>
          </a:lnRef>
          <a:fillRef idx="1">
            <a:schemeClr val="lt1"/>
          </a:fillRef>
          <a:effectRef idx="0">
            <a:schemeClr val="accent5"/>
          </a:effectRef>
          <a:fontRef idx="none"/>
        </p:style>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803741794"/>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Lst>
  <p:txStyles>
    <p:titleStyle>
      <a:lvl1pPr algn="l" defTabSz="514350" rtl="0" eaLnBrk="1" latinLnBrk="0" hangingPunct="1">
        <a:spcBef>
          <a:spcPct val="0"/>
        </a:spcBef>
        <a:buNone/>
        <a:defRPr sz="4000" kern="1200" cap="none" spc="-56" baseline="0">
          <a:ln>
            <a:noFill/>
          </a:ln>
          <a:solidFill>
            <a:schemeClr val="bg1"/>
          </a:solidFill>
          <a:effectLst/>
          <a:latin typeface="+mj-lt"/>
          <a:ea typeface="+mj-ea"/>
          <a:cs typeface="+mj-cs"/>
        </a:defRPr>
      </a:lvl1pPr>
    </p:titleStyle>
    <p:bodyStyle>
      <a:lvl1pPr marL="192881" indent="-128588" algn="l" defTabSz="514350" rtl="0" eaLnBrk="1" latinLnBrk="0" hangingPunct="1">
        <a:spcBef>
          <a:spcPct val="20000"/>
        </a:spcBef>
        <a:buClrTx/>
        <a:buFont typeface="Wingdings" panose="05000000000000000000" pitchFamily="2" charset="2"/>
        <a:buChar char="§"/>
        <a:defRPr sz="3200" kern="1200">
          <a:solidFill>
            <a:schemeClr val="tx1"/>
          </a:solidFill>
          <a:latin typeface="+mn-lt"/>
          <a:ea typeface="+mn-ea"/>
          <a:cs typeface="+mn-cs"/>
        </a:defRPr>
      </a:lvl1pPr>
      <a:lvl2pPr marL="360045" indent="-128588" algn="l" defTabSz="514350" rtl="0" eaLnBrk="1" latinLnBrk="0" hangingPunct="1">
        <a:spcBef>
          <a:spcPct val="20000"/>
        </a:spcBef>
        <a:buClrTx/>
        <a:buFont typeface="Wingdings" panose="05000000000000000000" pitchFamily="2" charset="2"/>
        <a:buChar char="§"/>
        <a:defRPr sz="3200" kern="1200">
          <a:solidFill>
            <a:schemeClr val="tx1"/>
          </a:solidFill>
          <a:latin typeface="+mn-lt"/>
          <a:ea typeface="+mn-ea"/>
          <a:cs typeface="+mn-cs"/>
        </a:defRPr>
      </a:lvl2pPr>
      <a:lvl3pPr marL="565785" indent="-128588" algn="l" defTabSz="514350" rtl="0" eaLnBrk="1" latinLnBrk="0" hangingPunct="1">
        <a:spcBef>
          <a:spcPct val="20000"/>
        </a:spcBef>
        <a:buClrTx/>
        <a:buFont typeface="Wingdings" panose="05000000000000000000" pitchFamily="2" charset="2"/>
        <a:buChar char="§"/>
        <a:defRPr sz="2400" kern="1200">
          <a:solidFill>
            <a:schemeClr val="tx1"/>
          </a:solidFill>
          <a:latin typeface="+mn-lt"/>
          <a:ea typeface="+mn-ea"/>
          <a:cs typeface="+mn-cs"/>
        </a:defRPr>
      </a:lvl3pPr>
      <a:lvl4pPr marL="720090" indent="-128588" algn="l" defTabSz="514350" rtl="0" eaLnBrk="1" latinLnBrk="0" hangingPunct="1">
        <a:spcBef>
          <a:spcPct val="20000"/>
        </a:spcBef>
        <a:buClrTx/>
        <a:buFont typeface="Wingdings" panose="05000000000000000000" pitchFamily="2" charset="2"/>
        <a:buChar char="§"/>
        <a:defRPr sz="2000" kern="1200">
          <a:solidFill>
            <a:schemeClr val="tx1"/>
          </a:solidFill>
          <a:latin typeface="+mn-lt"/>
          <a:ea typeface="+mn-ea"/>
          <a:cs typeface="+mn-cs"/>
        </a:defRPr>
      </a:lvl4pPr>
      <a:lvl5pPr marL="874395" indent="-128588" algn="l" defTabSz="514350" rtl="0" eaLnBrk="1" latinLnBrk="0" hangingPunct="1">
        <a:spcBef>
          <a:spcPct val="20000"/>
        </a:spcBef>
        <a:buClrTx/>
        <a:buFont typeface="Wingdings" panose="05000000000000000000" pitchFamily="2" charset="2"/>
        <a:buChar char="§"/>
        <a:defRPr sz="1800" kern="1200" baseline="0">
          <a:solidFill>
            <a:schemeClr val="tx1"/>
          </a:solidFill>
          <a:latin typeface="+mn-lt"/>
          <a:ea typeface="+mn-ea"/>
          <a:cs typeface="+mn-cs"/>
        </a:defRPr>
      </a:lvl5pPr>
      <a:lvl6pPr marL="977265" indent="-102870" algn="l" defTabSz="514350" rtl="0" eaLnBrk="1" latinLnBrk="0" hangingPunct="1">
        <a:spcBef>
          <a:spcPct val="20000"/>
        </a:spcBef>
        <a:buClr>
          <a:schemeClr val="accent1"/>
        </a:buClr>
        <a:buFont typeface="Arial" pitchFamily="34" charset="0"/>
        <a:buChar char="•"/>
        <a:defRPr sz="788" kern="1200" baseline="0">
          <a:solidFill>
            <a:schemeClr val="tx1"/>
          </a:solidFill>
          <a:latin typeface="+mn-lt"/>
          <a:ea typeface="+mn-ea"/>
          <a:cs typeface="+mn-cs"/>
        </a:defRPr>
      </a:lvl6pPr>
      <a:lvl7pPr marL="1080135" indent="-102870" algn="l" defTabSz="514350" rtl="0" eaLnBrk="1" latinLnBrk="0" hangingPunct="1">
        <a:spcBef>
          <a:spcPct val="20000"/>
        </a:spcBef>
        <a:buClr>
          <a:schemeClr val="accent2"/>
        </a:buClr>
        <a:buFont typeface="Arial" pitchFamily="34" charset="0"/>
        <a:buChar char="•"/>
        <a:defRPr sz="788" kern="1200">
          <a:solidFill>
            <a:schemeClr val="tx1"/>
          </a:solidFill>
          <a:latin typeface="+mn-lt"/>
          <a:ea typeface="+mn-ea"/>
          <a:cs typeface="+mn-cs"/>
        </a:defRPr>
      </a:lvl7pPr>
      <a:lvl8pPr marL="1183005" indent="-102870" algn="l" defTabSz="514350" rtl="0" eaLnBrk="1" latinLnBrk="0" hangingPunct="1">
        <a:spcBef>
          <a:spcPct val="20000"/>
        </a:spcBef>
        <a:buClr>
          <a:schemeClr val="accent3"/>
        </a:buClr>
        <a:buFont typeface="Arial" pitchFamily="34" charset="0"/>
        <a:buChar char="•"/>
        <a:defRPr sz="788" kern="1200">
          <a:solidFill>
            <a:schemeClr val="tx1"/>
          </a:solidFill>
          <a:latin typeface="+mn-lt"/>
          <a:ea typeface="+mn-ea"/>
          <a:cs typeface="+mn-cs"/>
        </a:defRPr>
      </a:lvl8pPr>
      <a:lvl9pPr marL="1285875" indent="-102870" algn="l" defTabSz="514350" rtl="0" eaLnBrk="1" latinLnBrk="0" hangingPunct="1">
        <a:spcBef>
          <a:spcPct val="20000"/>
        </a:spcBef>
        <a:buClr>
          <a:schemeClr val="accent4"/>
        </a:buClr>
        <a:buFont typeface="Arial" pitchFamily="34" charset="0"/>
        <a:buChar char="•"/>
        <a:defRPr sz="788" kern="1200">
          <a:solidFill>
            <a:schemeClr val="tx1"/>
          </a:solidFill>
          <a:latin typeface="+mn-lt"/>
          <a:ea typeface="+mn-ea"/>
          <a:cs typeface="+mn-cs"/>
        </a:defRPr>
      </a:lvl9pPr>
    </p:bodyStyle>
    <p:other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0.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5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16.xml.rels><?xml version="1.0" encoding="UTF-8" standalone="yes"?>
<Relationships xmlns="http://schemas.openxmlformats.org/package/2006/relationships"><Relationship Id="rId2" Type="http://schemas.openxmlformats.org/officeDocument/2006/relationships/hyperlink" Target="https://msdn.microsoft.com/en-us/library/scekt9xw.aspx" TargetMode="External"/><Relationship Id="rId1" Type="http://schemas.openxmlformats.org/officeDocument/2006/relationships/slideLayout" Target="../slideLayouts/slideLayout50.xml"/></Relationships>
</file>

<file path=ppt/slides/_rels/slide17.xml.rels><?xml version="1.0" encoding="UTF-8" standalone="yes"?>
<Relationships xmlns="http://schemas.openxmlformats.org/package/2006/relationships"><Relationship Id="rId2" Type="http://schemas.openxmlformats.org/officeDocument/2006/relationships/hyperlink" Target="https://msdn.microsoft.com/en-us/library/cscsdfbt.aspx" TargetMode="External"/><Relationship Id="rId1" Type="http://schemas.openxmlformats.org/officeDocument/2006/relationships/slideLayout" Target="../slideLayouts/slideLayout5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Abstract and Sealed Classes</a:t>
            </a:r>
          </a:p>
        </p:txBody>
      </p:sp>
      <p:sp>
        <p:nvSpPr>
          <p:cNvPr id="5" name="Subtitle 4"/>
          <p:cNvSpPr>
            <a:spLocks noGrp="1"/>
          </p:cNvSpPr>
          <p:nvPr>
            <p:ph type="subTitle" idx="1"/>
          </p:nvPr>
        </p:nvSpPr>
        <p:spPr/>
        <p:txBody>
          <a:bodyPr/>
          <a:lstStyle/>
          <a:p>
            <a:endParaRPr lang="en-US"/>
          </a:p>
        </p:txBody>
      </p:sp>
    </p:spTree>
    <p:extLst>
      <p:ext uri="{BB962C8B-B14F-4D97-AF65-F5344CB8AC3E}">
        <p14:creationId xmlns:p14="http://schemas.microsoft.com/office/powerpoint/2010/main" val="11816772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Overview</a:t>
            </a:r>
          </a:p>
        </p:txBody>
      </p:sp>
      <p:sp>
        <p:nvSpPr>
          <p:cNvPr id="3" name="Content Placeholder 2"/>
          <p:cNvSpPr>
            <a:spLocks noGrp="1"/>
          </p:cNvSpPr>
          <p:nvPr>
            <p:ph idx="1"/>
          </p:nvPr>
        </p:nvSpPr>
        <p:spPr>
          <a:xfrm>
            <a:off x="453483" y="1676400"/>
            <a:ext cx="10972800" cy="4800600"/>
          </a:xfrm>
        </p:spPr>
        <p:txBody>
          <a:bodyPr/>
          <a:lstStyle/>
          <a:p>
            <a:r>
              <a:rPr lang="en-US" dirty="0"/>
              <a:t>Abstract Classes and Methods</a:t>
            </a:r>
          </a:p>
          <a:p>
            <a:r>
              <a:rPr lang="en-US" dirty="0"/>
              <a:t>Sealed Classes and Methods</a:t>
            </a:r>
          </a:p>
          <a:p>
            <a:r>
              <a:rPr lang="en-US" dirty="0"/>
              <a:t>Derived class Constructors</a:t>
            </a:r>
          </a:p>
          <a:p>
            <a:r>
              <a:rPr lang="en-US" dirty="0"/>
              <a:t>Access Modifiers</a:t>
            </a:r>
          </a:p>
          <a:p>
            <a:r>
              <a:rPr lang="en-US" dirty="0"/>
              <a:t>Is and As Operators</a:t>
            </a:r>
          </a:p>
          <a:p>
            <a:endParaRPr lang="en-US" dirty="0"/>
          </a:p>
          <a:p>
            <a:endParaRPr lang="en-US" dirty="0"/>
          </a:p>
        </p:txBody>
      </p:sp>
    </p:spTree>
    <p:extLst>
      <p:ext uri="{BB962C8B-B14F-4D97-AF65-F5344CB8AC3E}">
        <p14:creationId xmlns:p14="http://schemas.microsoft.com/office/powerpoint/2010/main" val="11467682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Abstract Classes and Methods</a:t>
            </a:r>
          </a:p>
        </p:txBody>
      </p:sp>
      <p:sp>
        <p:nvSpPr>
          <p:cNvPr id="3" name="Text Placeholder 2"/>
          <p:cNvSpPr>
            <a:spLocks noGrp="1"/>
          </p:cNvSpPr>
          <p:nvPr>
            <p:ph type="body" idx="1"/>
          </p:nvPr>
        </p:nvSpPr>
        <p:spPr/>
        <p:txBody>
          <a:bodyPr>
            <a:normAutofit/>
          </a:bodyPr>
          <a:lstStyle/>
          <a:p>
            <a:r>
              <a:rPr lang="en-US" dirty="0"/>
              <a:t>Explain how to declare and abstract classes and methods</a:t>
            </a:r>
          </a:p>
        </p:txBody>
      </p:sp>
    </p:spTree>
    <p:extLst>
      <p:ext uri="{BB962C8B-B14F-4D97-AF65-F5344CB8AC3E}">
        <p14:creationId xmlns:p14="http://schemas.microsoft.com/office/powerpoint/2010/main" val="34981384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Abstract Methods</a:t>
            </a:r>
            <a:endParaRPr lang="en-US" dirty="0"/>
          </a:p>
        </p:txBody>
      </p:sp>
      <p:sp>
        <p:nvSpPr>
          <p:cNvPr id="5" name="Content Placeholder 4"/>
          <p:cNvSpPr>
            <a:spLocks noGrp="1"/>
          </p:cNvSpPr>
          <p:nvPr>
            <p:ph idx="1"/>
          </p:nvPr>
        </p:nvSpPr>
        <p:spPr>
          <a:xfrm>
            <a:off x="609600" y="1600200"/>
            <a:ext cx="10972800" cy="2893142"/>
          </a:xfrm>
        </p:spPr>
        <p:txBody>
          <a:bodyPr>
            <a:normAutofit fontScale="92500" lnSpcReduction="20000"/>
          </a:bodyPr>
          <a:lstStyle/>
          <a:p>
            <a:r>
              <a:rPr lang="en-US"/>
              <a:t>Abstract methods are methods that have a function prototype but no method body.</a:t>
            </a:r>
          </a:p>
          <a:p>
            <a:r>
              <a:rPr lang="en-US"/>
              <a:t>Abstract methods can not be called directly!</a:t>
            </a:r>
          </a:p>
          <a:p>
            <a:r>
              <a:rPr lang="en-US"/>
              <a:t>Abstract methods must be implemented by a child class.</a:t>
            </a:r>
          </a:p>
          <a:p>
            <a:r>
              <a:rPr lang="en-US"/>
              <a:t>Abstract methods are automatically virtual.</a:t>
            </a:r>
          </a:p>
          <a:p>
            <a:r>
              <a:rPr lang="en-US"/>
              <a:t>Classes with abstract methods must be declared as abstract as well.</a:t>
            </a:r>
            <a:endParaRPr lang="en-US" dirty="0"/>
          </a:p>
        </p:txBody>
      </p:sp>
      <p:sp>
        <p:nvSpPr>
          <p:cNvPr id="2" name="Rectangle 1"/>
          <p:cNvSpPr/>
          <p:nvPr/>
        </p:nvSpPr>
        <p:spPr>
          <a:xfrm>
            <a:off x="609600" y="4769139"/>
            <a:ext cx="10933471" cy="1569660"/>
          </a:xfrm>
          <a:prstGeom prst="rect">
            <a:avLst/>
          </a:prstGeom>
          <a:solidFill>
            <a:schemeClr val="bg1"/>
          </a:solidFill>
        </p:spPr>
        <p:txBody>
          <a:bodyPr wrap="square">
            <a:spAutoFit/>
          </a:bodyPr>
          <a:lstStyle/>
          <a:p>
            <a:r>
              <a:rPr lang="en-US" sz="2400" dirty="0">
                <a:solidFill>
                  <a:srgbClr val="0000FF"/>
                </a:solidFill>
                <a:highlight>
                  <a:srgbClr val="FFFFFF"/>
                </a:highlight>
                <a:latin typeface="Consolas" panose="020B0609020204030204" pitchFamily="49" charset="0"/>
              </a:rPr>
              <a:t>abstract</a:t>
            </a:r>
            <a:r>
              <a:rPr lang="en-US" sz="2400" dirty="0">
                <a:solidFill>
                  <a:srgbClr val="000000"/>
                </a:solidFill>
                <a:highlight>
                  <a:srgbClr val="FFFFFF"/>
                </a:highlight>
                <a:latin typeface="Consolas" panose="020B0609020204030204" pitchFamily="49" charset="0"/>
              </a:rPr>
              <a:t> </a:t>
            </a:r>
            <a:r>
              <a:rPr lang="en-US" sz="2400" dirty="0">
                <a:solidFill>
                  <a:srgbClr val="0000FF"/>
                </a:solidFill>
                <a:highlight>
                  <a:srgbClr val="FFFFFF"/>
                </a:highlight>
                <a:latin typeface="Consolas" panose="020B0609020204030204" pitchFamily="49" charset="0"/>
              </a:rPr>
              <a:t>class</a:t>
            </a:r>
            <a:r>
              <a:rPr lang="en-US" sz="2400" dirty="0">
                <a:solidFill>
                  <a:srgbClr val="000000"/>
                </a:solidFill>
                <a:highlight>
                  <a:srgbClr val="FFFFFF"/>
                </a:highlight>
                <a:latin typeface="Consolas" panose="020B0609020204030204" pitchFamily="49" charset="0"/>
              </a:rPr>
              <a:t> </a:t>
            </a:r>
            <a:r>
              <a:rPr lang="en-US" sz="2400" dirty="0">
                <a:solidFill>
                  <a:srgbClr val="2B91AF"/>
                </a:solidFill>
                <a:highlight>
                  <a:srgbClr val="FFFFFF"/>
                </a:highlight>
                <a:latin typeface="Consolas" panose="020B0609020204030204" pitchFamily="49" charset="0"/>
              </a:rPr>
              <a:t>Building</a:t>
            </a:r>
            <a:endParaRPr lang="en-US" sz="2400" dirty="0">
              <a:solidFill>
                <a:srgbClr val="000000"/>
              </a:solidFill>
              <a:highlight>
                <a:srgbClr val="FFFFFF"/>
              </a:highlight>
              <a:latin typeface="Consolas" panose="020B0609020204030204" pitchFamily="49" charset="0"/>
            </a:endParaRPr>
          </a:p>
          <a:p>
            <a:r>
              <a:rPr lang="en-US" sz="2400" dirty="0">
                <a:solidFill>
                  <a:srgbClr val="000000"/>
                </a:solidFill>
                <a:highlight>
                  <a:srgbClr val="FFFFFF"/>
                </a:highlight>
                <a:latin typeface="Consolas" panose="020B0609020204030204" pitchFamily="49" charset="0"/>
              </a:rPr>
              <a:t>{</a:t>
            </a:r>
          </a:p>
          <a:p>
            <a:r>
              <a:rPr lang="en-US" sz="2400" dirty="0">
                <a:solidFill>
                  <a:srgbClr val="000000"/>
                </a:solidFill>
                <a:highlight>
                  <a:srgbClr val="FFFFFF"/>
                </a:highlight>
                <a:latin typeface="Consolas" panose="020B0609020204030204" pitchFamily="49" charset="0"/>
              </a:rPr>
              <a:t>    </a:t>
            </a:r>
            <a:r>
              <a:rPr lang="en-US" sz="2400" dirty="0">
                <a:solidFill>
                  <a:srgbClr val="0000FF"/>
                </a:solidFill>
                <a:highlight>
                  <a:srgbClr val="FFFFFF"/>
                </a:highlight>
                <a:latin typeface="Consolas" panose="020B0609020204030204" pitchFamily="49" charset="0"/>
              </a:rPr>
              <a:t>public</a:t>
            </a:r>
            <a:r>
              <a:rPr lang="en-US" sz="2400" dirty="0">
                <a:solidFill>
                  <a:srgbClr val="000000"/>
                </a:solidFill>
                <a:highlight>
                  <a:srgbClr val="FFFFFF"/>
                </a:highlight>
                <a:latin typeface="Consolas" panose="020B0609020204030204" pitchFamily="49" charset="0"/>
              </a:rPr>
              <a:t> </a:t>
            </a:r>
            <a:r>
              <a:rPr lang="en-US" sz="2400" dirty="0">
                <a:solidFill>
                  <a:srgbClr val="0000FF"/>
                </a:solidFill>
                <a:highlight>
                  <a:srgbClr val="FFFFFF"/>
                </a:highlight>
                <a:latin typeface="Consolas" panose="020B0609020204030204" pitchFamily="49" charset="0"/>
              </a:rPr>
              <a:t>abstract</a:t>
            </a:r>
            <a:r>
              <a:rPr lang="en-US" sz="2400" dirty="0">
                <a:solidFill>
                  <a:srgbClr val="000000"/>
                </a:solidFill>
                <a:highlight>
                  <a:srgbClr val="FFFFFF"/>
                </a:highlight>
                <a:latin typeface="Consolas" panose="020B0609020204030204" pitchFamily="49" charset="0"/>
              </a:rPr>
              <a:t> </a:t>
            </a:r>
            <a:r>
              <a:rPr lang="en-US" sz="2400" dirty="0">
                <a:solidFill>
                  <a:srgbClr val="0000FF"/>
                </a:solidFill>
                <a:highlight>
                  <a:srgbClr val="FFFFFF"/>
                </a:highlight>
                <a:latin typeface="Consolas" panose="020B0609020204030204" pitchFamily="49" charset="0"/>
              </a:rPr>
              <a:t>decimal</a:t>
            </a:r>
            <a:r>
              <a:rPr lang="en-US" sz="2400" dirty="0">
                <a:solidFill>
                  <a:srgbClr val="000000"/>
                </a:solidFill>
                <a:highlight>
                  <a:srgbClr val="FFFFFF"/>
                </a:highlight>
                <a:latin typeface="Consolas" panose="020B0609020204030204" pitchFamily="49" charset="0"/>
              </a:rPr>
              <a:t> </a:t>
            </a:r>
            <a:r>
              <a:rPr lang="en-US" sz="2400" dirty="0" err="1">
                <a:solidFill>
                  <a:srgbClr val="000000"/>
                </a:solidFill>
                <a:highlight>
                  <a:srgbClr val="FFFFFF"/>
                </a:highlight>
                <a:latin typeface="Consolas" panose="020B0609020204030204" pitchFamily="49" charset="0"/>
              </a:rPr>
              <a:t>CalculateHeatingCost</a:t>
            </a:r>
            <a:r>
              <a:rPr lang="en-US" sz="2400" dirty="0">
                <a:solidFill>
                  <a:srgbClr val="000000"/>
                </a:solidFill>
                <a:highlight>
                  <a:srgbClr val="FFFFFF"/>
                </a:highlight>
                <a:latin typeface="Consolas" panose="020B0609020204030204" pitchFamily="49" charset="0"/>
              </a:rPr>
              <a:t>(); </a:t>
            </a:r>
          </a:p>
          <a:p>
            <a:r>
              <a:rPr lang="en-US" sz="2400" dirty="0">
                <a:solidFill>
                  <a:srgbClr val="000000"/>
                </a:solidFill>
                <a:highlight>
                  <a:srgbClr val="FFFFFF"/>
                </a:highlight>
                <a:latin typeface="Consolas" panose="020B0609020204030204" pitchFamily="49" charset="0"/>
              </a:rPr>
              <a:t>}</a:t>
            </a:r>
            <a:endParaRPr lang="en-US" sz="2400" dirty="0"/>
          </a:p>
        </p:txBody>
      </p:sp>
      <p:sp>
        <p:nvSpPr>
          <p:cNvPr id="3" name="Rounded Rectangular Callout 2"/>
          <p:cNvSpPr/>
          <p:nvPr/>
        </p:nvSpPr>
        <p:spPr>
          <a:xfrm>
            <a:off x="2257102" y="6107741"/>
            <a:ext cx="3716594" cy="462116"/>
          </a:xfrm>
          <a:prstGeom prst="wedgeRoundRectCallout">
            <a:avLst>
              <a:gd name="adj1" fmla="val 106680"/>
              <a:gd name="adj2" fmla="val -67287"/>
              <a:gd name="adj3" fmla="val 16667"/>
            </a:avLst>
          </a:prstGeom>
        </p:spPr>
        <p:style>
          <a:lnRef idx="0">
            <a:schemeClr val="accent2"/>
          </a:lnRef>
          <a:fillRef idx="3">
            <a:schemeClr val="accent2"/>
          </a:fillRef>
          <a:effectRef idx="3">
            <a:schemeClr val="accent2"/>
          </a:effectRef>
          <a:fontRef idx="minor">
            <a:schemeClr val="lt1"/>
          </a:fontRef>
        </p:style>
        <p:txBody>
          <a:bodyPr rtlCol="0" anchor="ctr">
            <a:normAutofit fontScale="85000" lnSpcReduction="20000"/>
          </a:bodyPr>
          <a:lstStyle/>
          <a:p>
            <a:pPr algn="ctr"/>
            <a:r>
              <a:rPr lang="en-US" sz="2800" dirty="0"/>
              <a:t>Notice no method body!</a:t>
            </a:r>
          </a:p>
        </p:txBody>
      </p:sp>
    </p:spTree>
    <p:extLst>
      <p:ext uri="{BB962C8B-B14F-4D97-AF65-F5344CB8AC3E}">
        <p14:creationId xmlns:p14="http://schemas.microsoft.com/office/powerpoint/2010/main" val="20336819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SEALED Classes and Methods</a:t>
            </a:r>
          </a:p>
        </p:txBody>
      </p:sp>
      <p:sp>
        <p:nvSpPr>
          <p:cNvPr id="3" name="Text Placeholder 2"/>
          <p:cNvSpPr>
            <a:spLocks noGrp="1"/>
          </p:cNvSpPr>
          <p:nvPr>
            <p:ph type="body" idx="1"/>
          </p:nvPr>
        </p:nvSpPr>
        <p:spPr/>
        <p:txBody>
          <a:bodyPr>
            <a:normAutofit/>
          </a:bodyPr>
          <a:lstStyle/>
          <a:p>
            <a:r>
              <a:rPr lang="en-US" dirty="0"/>
              <a:t>Explain how to declare and sealed classes and methods</a:t>
            </a:r>
          </a:p>
        </p:txBody>
      </p:sp>
    </p:spTree>
    <p:extLst>
      <p:ext uri="{BB962C8B-B14F-4D97-AF65-F5344CB8AC3E}">
        <p14:creationId xmlns:p14="http://schemas.microsoft.com/office/powerpoint/2010/main" val="22112675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Sealed Classes</a:t>
            </a:r>
          </a:p>
        </p:txBody>
      </p:sp>
      <p:sp>
        <p:nvSpPr>
          <p:cNvPr id="3" name="Content Placeholder 2"/>
          <p:cNvSpPr>
            <a:spLocks noGrp="1"/>
          </p:cNvSpPr>
          <p:nvPr>
            <p:ph idx="1"/>
          </p:nvPr>
        </p:nvSpPr>
        <p:spPr>
          <a:xfrm>
            <a:off x="609600" y="1600199"/>
            <a:ext cx="6172936" cy="2862322"/>
          </a:xfrm>
        </p:spPr>
        <p:txBody>
          <a:bodyPr/>
          <a:lstStyle/>
          <a:p>
            <a:r>
              <a:rPr lang="en-US" dirty="0"/>
              <a:t>Using the sealed keyword makes it so that a class can’t be inherited from.</a:t>
            </a:r>
          </a:p>
          <a:p>
            <a:r>
              <a:rPr lang="en-US" dirty="0"/>
              <a:t>Code to the right will generate an error!</a:t>
            </a:r>
          </a:p>
          <a:p>
            <a:endParaRPr lang="en-US" dirty="0"/>
          </a:p>
        </p:txBody>
      </p:sp>
      <p:sp>
        <p:nvSpPr>
          <p:cNvPr id="4" name="Rectangle 3"/>
          <p:cNvSpPr/>
          <p:nvPr/>
        </p:nvSpPr>
        <p:spPr>
          <a:xfrm>
            <a:off x="6880695" y="1600199"/>
            <a:ext cx="4119716" cy="2862322"/>
          </a:xfrm>
          <a:prstGeom prst="rect">
            <a:avLst/>
          </a:prstGeom>
          <a:solidFill>
            <a:schemeClr val="bg1"/>
          </a:solidFill>
        </p:spPr>
        <p:txBody>
          <a:bodyPr wrap="square">
            <a:spAutoFit/>
          </a:bodyPr>
          <a:lstStyle/>
          <a:p>
            <a:r>
              <a:rPr lang="en-US" dirty="0">
                <a:solidFill>
                  <a:srgbClr val="0000FF"/>
                </a:solidFill>
                <a:highlight>
                  <a:srgbClr val="FFFFFF"/>
                </a:highlight>
                <a:latin typeface="Consolas" panose="020B0609020204030204" pitchFamily="49" charset="0"/>
              </a:rPr>
              <a:t>sealed</a:t>
            </a:r>
            <a:r>
              <a:rPr lang="en-US" dirty="0">
                <a:solidFill>
                  <a:srgbClr val="000000"/>
                </a:solidFill>
                <a:highlight>
                  <a:srgbClr val="FFFFFF"/>
                </a:highlight>
                <a:latin typeface="Consolas" panose="020B0609020204030204" pitchFamily="49" charset="0"/>
              </a:rPr>
              <a:t> </a:t>
            </a:r>
            <a:r>
              <a:rPr lang="en-US" dirty="0">
                <a:solidFill>
                  <a:srgbClr val="0000FF"/>
                </a:solidFill>
                <a:highlight>
                  <a:srgbClr val="FFFFFF"/>
                </a:highlight>
                <a:latin typeface="Consolas" panose="020B0609020204030204" pitchFamily="49" charset="0"/>
              </a:rPr>
              <a:t>class</a:t>
            </a:r>
            <a:r>
              <a:rPr lang="en-US" dirty="0">
                <a:solidFill>
                  <a:srgbClr val="000000"/>
                </a:solidFill>
                <a:highlight>
                  <a:srgbClr val="FFFFFF"/>
                </a:highlight>
                <a:latin typeface="Consolas" panose="020B0609020204030204" pitchFamily="49" charset="0"/>
              </a:rPr>
              <a:t> </a:t>
            </a:r>
            <a:r>
              <a:rPr lang="en-US" dirty="0" err="1">
                <a:solidFill>
                  <a:srgbClr val="2B91AF"/>
                </a:solidFill>
                <a:highlight>
                  <a:srgbClr val="FFFFFF"/>
                </a:highlight>
                <a:latin typeface="Consolas" panose="020B0609020204030204" pitchFamily="49" charset="0"/>
              </a:rPr>
              <a:t>FinalClass</a:t>
            </a:r>
            <a:r>
              <a:rPr lang="en-US" dirty="0">
                <a:solidFill>
                  <a:srgbClr val="000000"/>
                </a:solidFill>
                <a:highlight>
                  <a:srgbClr val="FFFFFF"/>
                </a:highlight>
                <a:latin typeface="Consolas" panose="020B0609020204030204" pitchFamily="49" charset="0"/>
              </a:rPr>
              <a:t> </a:t>
            </a:r>
          </a:p>
          <a:p>
            <a:r>
              <a:rPr lang="en-US" dirty="0">
                <a:solidFill>
                  <a:srgbClr val="000000"/>
                </a:solidFill>
                <a:highlight>
                  <a:srgbClr val="FFFFFF"/>
                </a:highlight>
                <a:latin typeface="Consolas" panose="020B0609020204030204" pitchFamily="49" charset="0"/>
              </a:rPr>
              <a:t>{</a:t>
            </a:r>
          </a:p>
          <a:p>
            <a:r>
              <a:rPr lang="en-US" dirty="0">
                <a:solidFill>
                  <a:srgbClr val="000000"/>
                </a:solidFill>
                <a:highlight>
                  <a:srgbClr val="FFFFFF"/>
                </a:highlight>
                <a:latin typeface="Consolas" panose="020B0609020204030204" pitchFamily="49" charset="0"/>
              </a:rPr>
              <a:t>    </a:t>
            </a:r>
            <a:r>
              <a:rPr lang="en-US" dirty="0">
                <a:solidFill>
                  <a:srgbClr val="008000"/>
                </a:solidFill>
                <a:highlight>
                  <a:srgbClr val="FFFFFF"/>
                </a:highlight>
                <a:latin typeface="Consolas" panose="020B0609020204030204" pitchFamily="49" charset="0"/>
              </a:rPr>
              <a:t>// </a:t>
            </a:r>
            <a:r>
              <a:rPr lang="en-US" dirty="0" err="1">
                <a:solidFill>
                  <a:srgbClr val="008000"/>
                </a:solidFill>
                <a:highlight>
                  <a:srgbClr val="FFFFFF"/>
                </a:highlight>
                <a:latin typeface="Consolas" panose="020B0609020204030204" pitchFamily="49" charset="0"/>
              </a:rPr>
              <a:t>etc</a:t>
            </a:r>
            <a:r>
              <a:rPr lang="en-US" dirty="0">
                <a:solidFill>
                  <a:srgbClr val="008000"/>
                </a:solidFill>
                <a:highlight>
                  <a:srgbClr val="FFFFFF"/>
                </a:highlight>
                <a:latin typeface="Consolas" panose="020B0609020204030204" pitchFamily="49" charset="0"/>
              </a:rPr>
              <a:t> </a:t>
            </a:r>
            <a:endParaRPr lang="en-US" dirty="0">
              <a:solidFill>
                <a:srgbClr val="000000"/>
              </a:solidFill>
              <a:highlight>
                <a:srgbClr val="FFFFFF"/>
              </a:highlight>
              <a:latin typeface="Consolas" panose="020B0609020204030204" pitchFamily="49" charset="0"/>
            </a:endParaRPr>
          </a:p>
          <a:p>
            <a:r>
              <a:rPr lang="en-US" dirty="0">
                <a:solidFill>
                  <a:srgbClr val="000000"/>
                </a:solidFill>
                <a:highlight>
                  <a:srgbClr val="FFFFFF"/>
                </a:highlight>
                <a:latin typeface="Consolas" panose="020B0609020204030204" pitchFamily="49" charset="0"/>
              </a:rPr>
              <a:t>}</a:t>
            </a:r>
          </a:p>
          <a:p>
            <a:r>
              <a:rPr lang="en-US" dirty="0">
                <a:solidFill>
                  <a:srgbClr val="000000"/>
                </a:solidFill>
                <a:highlight>
                  <a:srgbClr val="FFFFFF"/>
                </a:highlight>
                <a:latin typeface="Consolas" panose="020B0609020204030204" pitchFamily="49" charset="0"/>
              </a:rPr>
              <a:t>    </a:t>
            </a:r>
          </a:p>
          <a:p>
            <a:r>
              <a:rPr lang="en-US" dirty="0">
                <a:solidFill>
                  <a:srgbClr val="0000FF"/>
                </a:solidFill>
                <a:highlight>
                  <a:srgbClr val="FFFFFF"/>
                </a:highlight>
                <a:latin typeface="Consolas" panose="020B0609020204030204" pitchFamily="49" charset="0"/>
              </a:rPr>
              <a:t>class</a:t>
            </a:r>
            <a:r>
              <a:rPr lang="en-US" dirty="0">
                <a:solidFill>
                  <a:srgbClr val="000000"/>
                </a:solidFill>
                <a:highlight>
                  <a:srgbClr val="FFFFFF"/>
                </a:highlight>
                <a:latin typeface="Consolas" panose="020B0609020204030204" pitchFamily="49" charset="0"/>
              </a:rPr>
              <a:t> </a:t>
            </a:r>
            <a:r>
              <a:rPr lang="en-US" dirty="0" err="1">
                <a:solidFill>
                  <a:srgbClr val="2B91AF"/>
                </a:solidFill>
                <a:highlight>
                  <a:srgbClr val="FFFFFF"/>
                </a:highlight>
                <a:latin typeface="Consolas" panose="020B0609020204030204" pitchFamily="49" charset="0"/>
              </a:rPr>
              <a:t>DerivedClass</a:t>
            </a:r>
            <a:r>
              <a:rPr lang="en-US" dirty="0">
                <a:solidFill>
                  <a:srgbClr val="000000"/>
                </a:solidFill>
                <a:highlight>
                  <a:srgbClr val="FFFFFF"/>
                </a:highlight>
                <a:latin typeface="Consolas" panose="020B0609020204030204" pitchFamily="49" charset="0"/>
              </a:rPr>
              <a:t>: </a:t>
            </a:r>
            <a:r>
              <a:rPr lang="en-US" dirty="0" err="1">
                <a:solidFill>
                  <a:srgbClr val="000000"/>
                </a:solidFill>
                <a:highlight>
                  <a:srgbClr val="FFFFFF"/>
                </a:highlight>
                <a:latin typeface="Consolas" panose="020B0609020204030204" pitchFamily="49" charset="0"/>
              </a:rPr>
              <a:t>FinalClass</a:t>
            </a:r>
            <a:r>
              <a:rPr lang="en-US" dirty="0">
                <a:solidFill>
                  <a:srgbClr val="000000"/>
                </a:solidFill>
                <a:highlight>
                  <a:srgbClr val="FFFFFF"/>
                </a:highlight>
                <a:latin typeface="Consolas" panose="020B0609020204030204" pitchFamily="49" charset="0"/>
              </a:rPr>
              <a:t> </a:t>
            </a:r>
          </a:p>
          <a:p>
            <a:r>
              <a:rPr lang="en-US" dirty="0">
                <a:solidFill>
                  <a:srgbClr val="000000"/>
                </a:solidFill>
                <a:highlight>
                  <a:srgbClr val="FFFFFF"/>
                </a:highlight>
                <a:latin typeface="Consolas" panose="020B0609020204030204" pitchFamily="49" charset="0"/>
              </a:rPr>
              <a:t>{</a:t>
            </a:r>
          </a:p>
          <a:p>
            <a:r>
              <a:rPr lang="en-US" dirty="0">
                <a:solidFill>
                  <a:srgbClr val="000000"/>
                </a:solidFill>
                <a:highlight>
                  <a:srgbClr val="FFFFFF"/>
                </a:highlight>
                <a:latin typeface="Consolas" panose="020B0609020204030204" pitchFamily="49" charset="0"/>
              </a:rPr>
              <a:t>    </a:t>
            </a:r>
            <a:r>
              <a:rPr lang="en-US" dirty="0">
                <a:solidFill>
                  <a:srgbClr val="008000"/>
                </a:solidFill>
                <a:highlight>
                  <a:srgbClr val="FFFFFF"/>
                </a:highlight>
                <a:latin typeface="Consolas" panose="020B0609020204030204" pitchFamily="49" charset="0"/>
              </a:rPr>
              <a:t>// </a:t>
            </a:r>
            <a:r>
              <a:rPr lang="en-US" dirty="0" err="1">
                <a:solidFill>
                  <a:srgbClr val="008000"/>
                </a:solidFill>
                <a:highlight>
                  <a:srgbClr val="FFFFFF"/>
                </a:highlight>
                <a:latin typeface="Consolas" panose="020B0609020204030204" pitchFamily="49" charset="0"/>
              </a:rPr>
              <a:t>etc</a:t>
            </a:r>
            <a:r>
              <a:rPr lang="en-US" dirty="0">
                <a:solidFill>
                  <a:srgbClr val="008000"/>
                </a:solidFill>
                <a:highlight>
                  <a:srgbClr val="FFFFFF"/>
                </a:highlight>
                <a:latin typeface="Consolas" panose="020B0609020204030204" pitchFamily="49" charset="0"/>
              </a:rPr>
              <a:t> </a:t>
            </a:r>
            <a:endParaRPr lang="en-US" dirty="0">
              <a:solidFill>
                <a:srgbClr val="000000"/>
              </a:solidFill>
              <a:highlight>
                <a:srgbClr val="FFFFFF"/>
              </a:highlight>
              <a:latin typeface="Consolas" panose="020B0609020204030204" pitchFamily="49" charset="0"/>
            </a:endParaRPr>
          </a:p>
          <a:p>
            <a:r>
              <a:rPr lang="en-US" dirty="0">
                <a:solidFill>
                  <a:srgbClr val="000000"/>
                </a:solidFill>
                <a:highlight>
                  <a:srgbClr val="FFFFFF"/>
                </a:highlight>
                <a:latin typeface="Consolas" panose="020B0609020204030204" pitchFamily="49" charset="0"/>
              </a:rPr>
              <a:t>}</a:t>
            </a:r>
          </a:p>
          <a:p>
            <a:endParaRPr lang="en-US" dirty="0"/>
          </a:p>
        </p:txBody>
      </p:sp>
      <p:pic>
        <p:nvPicPr>
          <p:cNvPr id="5" name="Picture 4"/>
          <p:cNvPicPr>
            <a:picLocks noChangeAspect="1"/>
          </p:cNvPicPr>
          <p:nvPr/>
        </p:nvPicPr>
        <p:blipFill>
          <a:blip r:embed="rId2"/>
          <a:stretch>
            <a:fillRect/>
          </a:stretch>
        </p:blipFill>
        <p:spPr>
          <a:xfrm>
            <a:off x="3202487" y="4651652"/>
            <a:ext cx="5609970" cy="1625319"/>
          </a:xfrm>
          <a:prstGeom prst="rect">
            <a:avLst/>
          </a:prstGeom>
        </p:spPr>
      </p:pic>
      <p:sp>
        <p:nvSpPr>
          <p:cNvPr id="6" name="Rectangle 5"/>
          <p:cNvSpPr/>
          <p:nvPr/>
        </p:nvSpPr>
        <p:spPr>
          <a:xfrm>
            <a:off x="6944058" y="1640055"/>
            <a:ext cx="817033" cy="284162"/>
          </a:xfrm>
          <a:prstGeom prst="rect">
            <a:avLst/>
          </a:prstGeom>
          <a:solidFill>
            <a:srgbClr val="FFFF00">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4499074" y="5297427"/>
            <a:ext cx="2676809" cy="225304"/>
          </a:xfrm>
          <a:prstGeom prst="rect">
            <a:avLst/>
          </a:prstGeom>
          <a:solidFill>
            <a:srgbClr val="FFFF00">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p:cNvGrpSpPr/>
          <p:nvPr/>
        </p:nvGrpSpPr>
        <p:grpSpPr>
          <a:xfrm>
            <a:off x="6946872" y="2926008"/>
            <a:ext cx="3955380" cy="1169582"/>
            <a:chOff x="6132680" y="2921374"/>
            <a:chExt cx="3955380" cy="1169582"/>
          </a:xfrm>
        </p:grpSpPr>
        <p:cxnSp>
          <p:nvCxnSpPr>
            <p:cNvPr id="9" name="Straight Connector 8"/>
            <p:cNvCxnSpPr/>
            <p:nvPr/>
          </p:nvCxnSpPr>
          <p:spPr>
            <a:xfrm>
              <a:off x="6132680" y="2921374"/>
              <a:ext cx="3955380" cy="1169582"/>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V="1">
              <a:off x="6132680" y="2921374"/>
              <a:ext cx="3955380" cy="1169582"/>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805620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par>
                          <p:cTn id="20" fill="hold">
                            <p:stCondLst>
                              <p:cond delay="1000"/>
                            </p:stCondLst>
                            <p:childTnLst>
                              <p:par>
                                <p:cTn id="21" presetID="31" presetClass="entr" presetSubtype="0" fill="hold" nodeType="afterEffect">
                                  <p:stCondLst>
                                    <p:cond delay="0"/>
                                  </p:stCondLst>
                                  <p:childTnLst>
                                    <p:set>
                                      <p:cBhvr>
                                        <p:cTn id="22" dur="1" fill="hold">
                                          <p:stCondLst>
                                            <p:cond delay="0"/>
                                          </p:stCondLst>
                                        </p:cTn>
                                        <p:tgtEl>
                                          <p:spTgt spid="11"/>
                                        </p:tgtEl>
                                        <p:attrNameLst>
                                          <p:attrName>style.visibility</p:attrName>
                                        </p:attrNameLst>
                                      </p:cBhvr>
                                      <p:to>
                                        <p:strVal val="visible"/>
                                      </p:to>
                                    </p:set>
                                    <p:anim calcmode="lin" valueType="num">
                                      <p:cBhvr>
                                        <p:cTn id="23" dur="1000" fill="hold"/>
                                        <p:tgtEl>
                                          <p:spTgt spid="11"/>
                                        </p:tgtEl>
                                        <p:attrNameLst>
                                          <p:attrName>ppt_w</p:attrName>
                                        </p:attrNameLst>
                                      </p:cBhvr>
                                      <p:tavLst>
                                        <p:tav tm="0">
                                          <p:val>
                                            <p:fltVal val="0"/>
                                          </p:val>
                                        </p:tav>
                                        <p:tav tm="100000">
                                          <p:val>
                                            <p:strVal val="#ppt_w"/>
                                          </p:val>
                                        </p:tav>
                                      </p:tavLst>
                                    </p:anim>
                                    <p:anim calcmode="lin" valueType="num">
                                      <p:cBhvr>
                                        <p:cTn id="24" dur="1000" fill="hold"/>
                                        <p:tgtEl>
                                          <p:spTgt spid="11"/>
                                        </p:tgtEl>
                                        <p:attrNameLst>
                                          <p:attrName>ppt_h</p:attrName>
                                        </p:attrNameLst>
                                      </p:cBhvr>
                                      <p:tavLst>
                                        <p:tav tm="0">
                                          <p:val>
                                            <p:fltVal val="0"/>
                                          </p:val>
                                        </p:tav>
                                        <p:tav tm="100000">
                                          <p:val>
                                            <p:strVal val="#ppt_h"/>
                                          </p:val>
                                        </p:tav>
                                      </p:tavLst>
                                    </p:anim>
                                    <p:anim calcmode="lin" valueType="num">
                                      <p:cBhvr>
                                        <p:cTn id="25" dur="1000" fill="hold"/>
                                        <p:tgtEl>
                                          <p:spTgt spid="11"/>
                                        </p:tgtEl>
                                        <p:attrNameLst>
                                          <p:attrName>style.rotation</p:attrName>
                                        </p:attrNameLst>
                                      </p:cBhvr>
                                      <p:tavLst>
                                        <p:tav tm="0">
                                          <p:val>
                                            <p:fltVal val="90"/>
                                          </p:val>
                                        </p:tav>
                                        <p:tav tm="100000">
                                          <p:val>
                                            <p:fltVal val="0"/>
                                          </p:val>
                                        </p:tav>
                                      </p:tavLst>
                                    </p:anim>
                                    <p:animEffect transition="in" filter="fade">
                                      <p:cBhvr>
                                        <p:cTn id="26"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Sealed Methods</a:t>
            </a:r>
          </a:p>
        </p:txBody>
      </p:sp>
      <p:sp>
        <p:nvSpPr>
          <p:cNvPr id="3" name="Content Placeholder 2"/>
          <p:cNvSpPr>
            <a:spLocks noGrp="1"/>
          </p:cNvSpPr>
          <p:nvPr>
            <p:ph idx="1"/>
          </p:nvPr>
        </p:nvSpPr>
        <p:spPr>
          <a:xfrm>
            <a:off x="609600" y="1600199"/>
            <a:ext cx="5373287" cy="3811045"/>
          </a:xfrm>
        </p:spPr>
        <p:txBody>
          <a:bodyPr>
            <a:normAutofit fontScale="92500" lnSpcReduction="20000"/>
          </a:bodyPr>
          <a:lstStyle/>
          <a:p>
            <a:r>
              <a:rPr lang="en-US" dirty="0"/>
              <a:t>You can also seal just a method in a class </a:t>
            </a:r>
          </a:p>
          <a:p>
            <a:r>
              <a:rPr lang="en-US" dirty="0"/>
              <a:t>Method must override a base class method (if you wanted to seal the method in the base class just don’t declare it as virtual)</a:t>
            </a:r>
          </a:p>
          <a:p>
            <a:r>
              <a:rPr lang="en-US" dirty="0"/>
              <a:t>Code to right will generate an error!</a:t>
            </a:r>
          </a:p>
        </p:txBody>
      </p:sp>
      <p:sp>
        <p:nvSpPr>
          <p:cNvPr id="4" name="Rectangle 3"/>
          <p:cNvSpPr/>
          <p:nvPr/>
        </p:nvSpPr>
        <p:spPr>
          <a:xfrm>
            <a:off x="6108700" y="1581646"/>
            <a:ext cx="5384800" cy="5047536"/>
          </a:xfrm>
          <a:prstGeom prst="rect">
            <a:avLst/>
          </a:prstGeom>
          <a:solidFill>
            <a:schemeClr val="bg1"/>
          </a:solidFill>
        </p:spPr>
        <p:txBody>
          <a:bodyPr wrap="square">
            <a:spAutoFit/>
          </a:bodyPr>
          <a:lstStyle/>
          <a:p>
            <a:r>
              <a:rPr lang="en-US" sz="1400" dirty="0">
                <a:solidFill>
                  <a:srgbClr val="0000FF"/>
                </a:solidFill>
                <a:highlight>
                  <a:srgbClr val="FFFFFF"/>
                </a:highlight>
                <a:latin typeface="Consolas" panose="020B0609020204030204" pitchFamily="49" charset="0"/>
              </a:rPr>
              <a:t>class</a:t>
            </a:r>
            <a:r>
              <a:rPr lang="en-US" sz="1400" dirty="0">
                <a:solidFill>
                  <a:srgbClr val="000000"/>
                </a:solidFill>
                <a:highlight>
                  <a:srgbClr val="FFFFFF"/>
                </a:highlight>
                <a:latin typeface="Consolas" panose="020B0609020204030204" pitchFamily="49" charset="0"/>
              </a:rPr>
              <a:t> </a:t>
            </a:r>
            <a:r>
              <a:rPr lang="en-US" sz="1400" dirty="0" err="1">
                <a:solidFill>
                  <a:srgbClr val="2B91AF"/>
                </a:solidFill>
                <a:highlight>
                  <a:srgbClr val="FFFFFF"/>
                </a:highlight>
                <a:latin typeface="Consolas" panose="020B0609020204030204" pitchFamily="49" charset="0"/>
              </a:rPr>
              <a:t>MyClassBase</a:t>
            </a:r>
            <a:endParaRPr lang="en-US" sz="1400" dirty="0">
              <a:solidFill>
                <a:srgbClr val="000000"/>
              </a:solidFill>
              <a:highlight>
                <a:srgbClr val="FFFFFF"/>
              </a:highlight>
              <a:latin typeface="Consolas" panose="020B0609020204030204" pitchFamily="49" charset="0"/>
            </a:endParaRPr>
          </a:p>
          <a:p>
            <a:r>
              <a:rPr lang="en-US" sz="1400" dirty="0">
                <a:solidFill>
                  <a:srgbClr val="000000"/>
                </a:solidFill>
                <a:highlight>
                  <a:srgbClr val="FFFFFF"/>
                </a:highlight>
                <a:latin typeface="Consolas" panose="020B0609020204030204" pitchFamily="49" charset="0"/>
              </a:rPr>
              <a:t>{</a:t>
            </a:r>
          </a:p>
          <a:p>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public</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virtual</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void</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FinalMethod</a:t>
            </a:r>
            <a:r>
              <a:rPr lang="en-US" sz="1400" dirty="0">
                <a:solidFill>
                  <a:srgbClr val="000000"/>
                </a:solidFill>
                <a:highlight>
                  <a:srgbClr val="FFFFFF"/>
                </a:highlight>
                <a:latin typeface="Consolas" panose="020B0609020204030204" pitchFamily="49" charset="0"/>
              </a:rPr>
              <a:t>()</a:t>
            </a:r>
          </a:p>
          <a:p>
            <a:r>
              <a:rPr lang="en-US" sz="1400" dirty="0">
                <a:solidFill>
                  <a:srgbClr val="000000"/>
                </a:solidFill>
                <a:highlight>
                  <a:srgbClr val="FFFFFF"/>
                </a:highlight>
                <a:latin typeface="Consolas" panose="020B0609020204030204" pitchFamily="49" charset="0"/>
              </a:rPr>
              <a:t>    {</a:t>
            </a:r>
          </a:p>
          <a:p>
            <a:r>
              <a:rPr lang="en-US" sz="1400" dirty="0">
                <a:solidFill>
                  <a:srgbClr val="000000"/>
                </a:solidFill>
                <a:highlight>
                  <a:srgbClr val="FFFFFF"/>
                </a:highlight>
                <a:latin typeface="Consolas" panose="020B0609020204030204" pitchFamily="49" charset="0"/>
              </a:rPr>
              <a:t>        </a:t>
            </a:r>
            <a:r>
              <a:rPr lang="en-US" sz="1400" dirty="0">
                <a:solidFill>
                  <a:srgbClr val="008000"/>
                </a:solidFill>
                <a:highlight>
                  <a:srgbClr val="FFFFFF"/>
                </a:highlight>
                <a:latin typeface="Consolas" panose="020B0609020204030204" pitchFamily="49" charset="0"/>
              </a:rPr>
              <a:t>// etc. </a:t>
            </a:r>
            <a:endParaRPr lang="en-US" sz="1400" dirty="0">
              <a:solidFill>
                <a:srgbClr val="000000"/>
              </a:solidFill>
              <a:highlight>
                <a:srgbClr val="FFFFFF"/>
              </a:highlight>
              <a:latin typeface="Consolas" panose="020B0609020204030204" pitchFamily="49" charset="0"/>
            </a:endParaRPr>
          </a:p>
          <a:p>
            <a:r>
              <a:rPr lang="en-US" sz="1400" dirty="0">
                <a:solidFill>
                  <a:srgbClr val="000000"/>
                </a:solidFill>
                <a:highlight>
                  <a:srgbClr val="FFFFFF"/>
                </a:highlight>
                <a:latin typeface="Consolas" panose="020B0609020204030204" pitchFamily="49" charset="0"/>
              </a:rPr>
              <a:t>    }</a:t>
            </a:r>
          </a:p>
          <a:p>
            <a:r>
              <a:rPr lang="en-US" sz="1400" dirty="0">
                <a:solidFill>
                  <a:srgbClr val="000000"/>
                </a:solidFill>
                <a:highlight>
                  <a:srgbClr val="FFFFFF"/>
                </a:highlight>
                <a:latin typeface="Consolas" panose="020B0609020204030204" pitchFamily="49" charset="0"/>
              </a:rPr>
              <a:t>}</a:t>
            </a:r>
          </a:p>
          <a:p>
            <a:endParaRPr lang="en-US" sz="1400" dirty="0">
              <a:solidFill>
                <a:srgbClr val="000000"/>
              </a:solidFill>
              <a:highlight>
                <a:srgbClr val="FFFFFF"/>
              </a:highlight>
              <a:latin typeface="Consolas" panose="020B0609020204030204" pitchFamily="49" charset="0"/>
            </a:endParaRPr>
          </a:p>
          <a:p>
            <a:r>
              <a:rPr lang="en-US" sz="1400" dirty="0">
                <a:solidFill>
                  <a:srgbClr val="0000FF"/>
                </a:solidFill>
                <a:highlight>
                  <a:srgbClr val="FFFFFF"/>
                </a:highlight>
                <a:latin typeface="Consolas" panose="020B0609020204030204" pitchFamily="49" charset="0"/>
              </a:rPr>
              <a:t>class</a:t>
            </a:r>
            <a:r>
              <a:rPr lang="en-US" sz="1400" dirty="0">
                <a:solidFill>
                  <a:srgbClr val="000000"/>
                </a:solidFill>
                <a:highlight>
                  <a:srgbClr val="FFFFFF"/>
                </a:highlight>
                <a:latin typeface="Consolas" panose="020B0609020204030204" pitchFamily="49" charset="0"/>
              </a:rPr>
              <a:t> </a:t>
            </a:r>
            <a:r>
              <a:rPr lang="en-US" sz="1400" dirty="0" err="1">
                <a:solidFill>
                  <a:srgbClr val="2B91AF"/>
                </a:solidFill>
                <a:highlight>
                  <a:srgbClr val="FFFFFF"/>
                </a:highlight>
                <a:latin typeface="Consolas" panose="020B0609020204030204" pitchFamily="49" charset="0"/>
              </a:rPr>
              <a:t>MyClass</a:t>
            </a:r>
            <a:r>
              <a:rPr lang="en-US" sz="1400" dirty="0">
                <a:solidFill>
                  <a:srgbClr val="000000"/>
                </a:solidFill>
                <a:highlight>
                  <a:srgbClr val="FFFFFF"/>
                </a:highlight>
                <a:latin typeface="Consolas" panose="020B0609020204030204" pitchFamily="49" charset="0"/>
              </a:rPr>
              <a:t>: </a:t>
            </a:r>
            <a:r>
              <a:rPr lang="en-US" sz="1400" dirty="0" err="1">
                <a:solidFill>
                  <a:srgbClr val="2B91AF"/>
                </a:solidFill>
                <a:highlight>
                  <a:srgbClr val="FFFFFF"/>
                </a:highlight>
                <a:latin typeface="Consolas" panose="020B0609020204030204" pitchFamily="49" charset="0"/>
              </a:rPr>
              <a:t>MyClassBase</a:t>
            </a:r>
            <a:r>
              <a:rPr lang="en-US" sz="1400" dirty="0">
                <a:solidFill>
                  <a:srgbClr val="000000"/>
                </a:solidFill>
                <a:highlight>
                  <a:srgbClr val="FFFFFF"/>
                </a:highlight>
                <a:latin typeface="Consolas" panose="020B0609020204030204" pitchFamily="49" charset="0"/>
              </a:rPr>
              <a:t> </a:t>
            </a:r>
          </a:p>
          <a:p>
            <a:r>
              <a:rPr lang="en-US" sz="1400" dirty="0">
                <a:solidFill>
                  <a:srgbClr val="000000"/>
                </a:solidFill>
                <a:highlight>
                  <a:srgbClr val="FFFFFF"/>
                </a:highlight>
                <a:latin typeface="Consolas" panose="020B0609020204030204" pitchFamily="49" charset="0"/>
              </a:rPr>
              <a:t>{</a:t>
            </a:r>
          </a:p>
          <a:p>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public</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sealed</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override</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void</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FinalMethod</a:t>
            </a:r>
            <a:r>
              <a:rPr lang="en-US" sz="1400" dirty="0">
                <a:solidFill>
                  <a:srgbClr val="000000"/>
                </a:solidFill>
                <a:highlight>
                  <a:srgbClr val="FFFFFF"/>
                </a:highlight>
                <a:latin typeface="Consolas" panose="020B0609020204030204" pitchFamily="49" charset="0"/>
              </a:rPr>
              <a:t>() </a:t>
            </a:r>
          </a:p>
          <a:p>
            <a:r>
              <a:rPr lang="en-US" sz="1400" dirty="0">
                <a:solidFill>
                  <a:srgbClr val="000000"/>
                </a:solidFill>
                <a:highlight>
                  <a:srgbClr val="FFFFFF"/>
                </a:highlight>
                <a:latin typeface="Consolas" panose="020B0609020204030204" pitchFamily="49" charset="0"/>
              </a:rPr>
              <a:t>    {</a:t>
            </a:r>
          </a:p>
          <a:p>
            <a:r>
              <a:rPr lang="en-US" sz="1400" dirty="0">
                <a:solidFill>
                  <a:srgbClr val="000000"/>
                </a:solidFill>
                <a:highlight>
                  <a:srgbClr val="FFFFFF"/>
                </a:highlight>
                <a:latin typeface="Consolas" panose="020B0609020204030204" pitchFamily="49" charset="0"/>
              </a:rPr>
              <a:t>        </a:t>
            </a:r>
            <a:r>
              <a:rPr lang="en-US" sz="1400" dirty="0">
                <a:solidFill>
                  <a:srgbClr val="008000"/>
                </a:solidFill>
                <a:highlight>
                  <a:srgbClr val="FFFFFF"/>
                </a:highlight>
                <a:latin typeface="Consolas" panose="020B0609020204030204" pitchFamily="49" charset="0"/>
              </a:rPr>
              <a:t>// etc. </a:t>
            </a:r>
            <a:endParaRPr lang="en-US" sz="1400" dirty="0">
              <a:solidFill>
                <a:srgbClr val="000000"/>
              </a:solidFill>
              <a:highlight>
                <a:srgbClr val="FFFFFF"/>
              </a:highlight>
              <a:latin typeface="Consolas" panose="020B0609020204030204" pitchFamily="49" charset="0"/>
            </a:endParaRPr>
          </a:p>
          <a:p>
            <a:r>
              <a:rPr lang="en-US" sz="1400" dirty="0">
                <a:solidFill>
                  <a:srgbClr val="000000"/>
                </a:solidFill>
                <a:highlight>
                  <a:srgbClr val="FFFFFF"/>
                </a:highlight>
                <a:latin typeface="Consolas" panose="020B0609020204030204" pitchFamily="49" charset="0"/>
              </a:rPr>
              <a:t>    }</a:t>
            </a:r>
          </a:p>
          <a:p>
            <a:r>
              <a:rPr lang="en-US" sz="1400" dirty="0">
                <a:solidFill>
                  <a:srgbClr val="000000"/>
                </a:solidFill>
                <a:highlight>
                  <a:srgbClr val="FFFFFF"/>
                </a:highlight>
                <a:latin typeface="Consolas" panose="020B0609020204030204" pitchFamily="49" charset="0"/>
              </a:rPr>
              <a:t>}</a:t>
            </a:r>
          </a:p>
          <a:p>
            <a:r>
              <a:rPr lang="en-US" sz="1400" dirty="0">
                <a:solidFill>
                  <a:srgbClr val="000000"/>
                </a:solidFill>
                <a:highlight>
                  <a:srgbClr val="FFFFFF"/>
                </a:highlight>
                <a:latin typeface="Consolas" panose="020B0609020204030204" pitchFamily="49" charset="0"/>
              </a:rPr>
              <a:t>    </a:t>
            </a:r>
          </a:p>
          <a:p>
            <a:r>
              <a:rPr lang="en-US" sz="1400" dirty="0">
                <a:solidFill>
                  <a:srgbClr val="0000FF"/>
                </a:solidFill>
                <a:highlight>
                  <a:srgbClr val="FFFFFF"/>
                </a:highlight>
                <a:latin typeface="Consolas" panose="020B0609020204030204" pitchFamily="49" charset="0"/>
              </a:rPr>
              <a:t>class</a:t>
            </a:r>
            <a:r>
              <a:rPr lang="en-US" sz="1400" dirty="0">
                <a:solidFill>
                  <a:srgbClr val="000000"/>
                </a:solidFill>
                <a:highlight>
                  <a:srgbClr val="FFFFFF"/>
                </a:highlight>
                <a:latin typeface="Consolas" panose="020B0609020204030204" pitchFamily="49" charset="0"/>
              </a:rPr>
              <a:t> </a:t>
            </a:r>
            <a:r>
              <a:rPr lang="en-US" sz="1400" dirty="0" err="1">
                <a:solidFill>
                  <a:srgbClr val="2B91AF"/>
                </a:solidFill>
                <a:highlight>
                  <a:srgbClr val="FFFFFF"/>
                </a:highlight>
                <a:latin typeface="Consolas" panose="020B0609020204030204" pitchFamily="49" charset="0"/>
              </a:rPr>
              <a:t>DerivedClass</a:t>
            </a:r>
            <a:r>
              <a:rPr lang="en-US" sz="1400" dirty="0">
                <a:solidFill>
                  <a:srgbClr val="000000"/>
                </a:solidFill>
                <a:highlight>
                  <a:srgbClr val="FFFFFF"/>
                </a:highlight>
                <a:latin typeface="Consolas" panose="020B0609020204030204" pitchFamily="49" charset="0"/>
              </a:rPr>
              <a:t>: </a:t>
            </a:r>
            <a:r>
              <a:rPr lang="en-US" sz="1400" dirty="0" err="1">
                <a:solidFill>
                  <a:srgbClr val="2B91AF"/>
                </a:solidFill>
                <a:highlight>
                  <a:srgbClr val="FFFFFF"/>
                </a:highlight>
                <a:latin typeface="Consolas" panose="020B0609020204030204" pitchFamily="49" charset="0"/>
              </a:rPr>
              <a:t>MyClass</a:t>
            </a:r>
            <a:r>
              <a:rPr lang="en-US" sz="1400" dirty="0">
                <a:solidFill>
                  <a:srgbClr val="000000"/>
                </a:solidFill>
                <a:highlight>
                  <a:srgbClr val="FFFFFF"/>
                </a:highlight>
                <a:latin typeface="Consolas" panose="020B0609020204030204" pitchFamily="49" charset="0"/>
              </a:rPr>
              <a:t> </a:t>
            </a:r>
          </a:p>
          <a:p>
            <a:r>
              <a:rPr lang="en-US" sz="1400" dirty="0">
                <a:solidFill>
                  <a:srgbClr val="000000"/>
                </a:solidFill>
                <a:highlight>
                  <a:srgbClr val="FFFFFF"/>
                </a:highlight>
                <a:latin typeface="Consolas" panose="020B0609020204030204" pitchFamily="49" charset="0"/>
              </a:rPr>
              <a:t>{</a:t>
            </a:r>
          </a:p>
          <a:p>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public</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override</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void</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FinalMethod</a:t>
            </a:r>
            <a:r>
              <a:rPr lang="en-US" sz="1400" dirty="0">
                <a:solidFill>
                  <a:srgbClr val="000000"/>
                </a:solidFill>
                <a:highlight>
                  <a:srgbClr val="FFFFFF"/>
                </a:highlight>
                <a:latin typeface="Consolas" panose="020B0609020204030204" pitchFamily="49" charset="0"/>
              </a:rPr>
              <a:t>() </a:t>
            </a:r>
          </a:p>
          <a:p>
            <a:r>
              <a:rPr lang="en-US" sz="1400" dirty="0">
                <a:solidFill>
                  <a:srgbClr val="000000"/>
                </a:solidFill>
                <a:highlight>
                  <a:srgbClr val="FFFFFF"/>
                </a:highlight>
                <a:latin typeface="Consolas" panose="020B0609020204030204" pitchFamily="49" charset="0"/>
              </a:rPr>
              <a:t>    {</a:t>
            </a:r>
          </a:p>
          <a:p>
            <a:r>
              <a:rPr lang="en-US" sz="1400" dirty="0">
                <a:solidFill>
                  <a:srgbClr val="000000"/>
                </a:solidFill>
                <a:highlight>
                  <a:srgbClr val="FFFFFF"/>
                </a:highlight>
                <a:latin typeface="Consolas" panose="020B0609020204030204" pitchFamily="49" charset="0"/>
              </a:rPr>
              <a:t>        </a:t>
            </a:r>
            <a:r>
              <a:rPr lang="en-US" sz="1400" dirty="0">
                <a:solidFill>
                  <a:srgbClr val="008000"/>
                </a:solidFill>
                <a:highlight>
                  <a:srgbClr val="FFFFFF"/>
                </a:highlight>
                <a:latin typeface="Consolas" panose="020B0609020204030204" pitchFamily="49" charset="0"/>
              </a:rPr>
              <a:t>// etc. </a:t>
            </a:r>
            <a:endParaRPr lang="en-US" sz="1400" dirty="0">
              <a:solidFill>
                <a:srgbClr val="000000"/>
              </a:solidFill>
              <a:highlight>
                <a:srgbClr val="FFFFFF"/>
              </a:highlight>
              <a:latin typeface="Consolas" panose="020B0609020204030204" pitchFamily="49" charset="0"/>
            </a:endParaRPr>
          </a:p>
          <a:p>
            <a:r>
              <a:rPr lang="en-US" sz="1400" dirty="0">
                <a:solidFill>
                  <a:srgbClr val="000000"/>
                </a:solidFill>
                <a:highlight>
                  <a:srgbClr val="FFFFFF"/>
                </a:highlight>
                <a:latin typeface="Consolas" panose="020B0609020204030204" pitchFamily="49" charset="0"/>
              </a:rPr>
              <a:t>    }</a:t>
            </a:r>
          </a:p>
          <a:p>
            <a:r>
              <a:rPr lang="en-US" sz="1400" dirty="0">
                <a:solidFill>
                  <a:srgbClr val="000000"/>
                </a:solidFill>
                <a:highlight>
                  <a:srgbClr val="FFFFFF"/>
                </a:highlight>
                <a:latin typeface="Consolas" panose="020B0609020204030204" pitchFamily="49" charset="0"/>
              </a:rPr>
              <a:t>}</a:t>
            </a:r>
            <a:endParaRPr lang="en-US" sz="1400" dirty="0"/>
          </a:p>
        </p:txBody>
      </p:sp>
      <p:sp>
        <p:nvSpPr>
          <p:cNvPr id="5" name="Rectangle 4"/>
          <p:cNvSpPr/>
          <p:nvPr/>
        </p:nvSpPr>
        <p:spPr>
          <a:xfrm>
            <a:off x="7221537" y="3752071"/>
            <a:ext cx="714375" cy="205021"/>
          </a:xfrm>
          <a:prstGeom prst="rect">
            <a:avLst/>
          </a:prstGeom>
          <a:solidFill>
            <a:srgbClr val="FFFF00">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7969251" y="3755377"/>
            <a:ext cx="819150" cy="205021"/>
          </a:xfrm>
          <a:prstGeom prst="rect">
            <a:avLst/>
          </a:prstGeom>
          <a:solidFill>
            <a:srgbClr val="FFFF00">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p:cNvGrpSpPr/>
          <p:nvPr/>
        </p:nvGrpSpPr>
        <p:grpSpPr>
          <a:xfrm>
            <a:off x="6255318" y="5131484"/>
            <a:ext cx="3955380" cy="1169582"/>
            <a:chOff x="6132680" y="2921374"/>
            <a:chExt cx="3955380" cy="1169582"/>
          </a:xfrm>
        </p:grpSpPr>
        <p:cxnSp>
          <p:nvCxnSpPr>
            <p:cNvPr id="9" name="Straight Connector 8"/>
            <p:cNvCxnSpPr/>
            <p:nvPr/>
          </p:nvCxnSpPr>
          <p:spPr>
            <a:xfrm>
              <a:off x="6132680" y="2921374"/>
              <a:ext cx="3955380" cy="1169582"/>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V="1">
              <a:off x="6132680" y="2921374"/>
              <a:ext cx="3955380" cy="1169582"/>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pic>
        <p:nvPicPr>
          <p:cNvPr id="11" name="Picture 10"/>
          <p:cNvPicPr>
            <a:picLocks noChangeAspect="1"/>
          </p:cNvPicPr>
          <p:nvPr/>
        </p:nvPicPr>
        <p:blipFill>
          <a:blip r:embed="rId2"/>
          <a:stretch>
            <a:fillRect/>
          </a:stretch>
        </p:blipFill>
        <p:spPr>
          <a:xfrm>
            <a:off x="609600" y="5558349"/>
            <a:ext cx="5373287" cy="1070833"/>
          </a:xfrm>
          <a:prstGeom prst="rect">
            <a:avLst/>
          </a:prstGeom>
        </p:spPr>
      </p:pic>
      <p:sp>
        <p:nvSpPr>
          <p:cNvPr id="12" name="Rectangle 11"/>
          <p:cNvSpPr/>
          <p:nvPr/>
        </p:nvSpPr>
        <p:spPr>
          <a:xfrm>
            <a:off x="1593810" y="5716275"/>
            <a:ext cx="1286550" cy="153665"/>
          </a:xfrm>
          <a:prstGeom prst="rect">
            <a:avLst/>
          </a:prstGeom>
          <a:solidFill>
            <a:srgbClr val="FFFF00">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05230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500"/>
                                        <p:tgtEl>
                                          <p:spTgt spid="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childTnLst>
                          </p:cTn>
                        </p:par>
                        <p:par>
                          <p:cTn id="26" fill="hold">
                            <p:stCondLst>
                              <p:cond delay="500"/>
                            </p:stCondLst>
                            <p:childTnLst>
                              <p:par>
                                <p:cTn id="27" presetID="31" presetClass="entr" presetSubtype="0" fill="hold" nodeType="afterEffect">
                                  <p:stCondLst>
                                    <p:cond delay="0"/>
                                  </p:stCondLst>
                                  <p:childTnLst>
                                    <p:set>
                                      <p:cBhvr>
                                        <p:cTn id="28" dur="1" fill="hold">
                                          <p:stCondLst>
                                            <p:cond delay="0"/>
                                          </p:stCondLst>
                                        </p:cTn>
                                        <p:tgtEl>
                                          <p:spTgt spid="8"/>
                                        </p:tgtEl>
                                        <p:attrNameLst>
                                          <p:attrName>style.visibility</p:attrName>
                                        </p:attrNameLst>
                                      </p:cBhvr>
                                      <p:to>
                                        <p:strVal val="visible"/>
                                      </p:to>
                                    </p:set>
                                    <p:anim calcmode="lin" valueType="num">
                                      <p:cBhvr>
                                        <p:cTn id="29" dur="1000" fill="hold"/>
                                        <p:tgtEl>
                                          <p:spTgt spid="8"/>
                                        </p:tgtEl>
                                        <p:attrNameLst>
                                          <p:attrName>ppt_w</p:attrName>
                                        </p:attrNameLst>
                                      </p:cBhvr>
                                      <p:tavLst>
                                        <p:tav tm="0">
                                          <p:val>
                                            <p:fltVal val="0"/>
                                          </p:val>
                                        </p:tav>
                                        <p:tav tm="100000">
                                          <p:val>
                                            <p:strVal val="#ppt_w"/>
                                          </p:val>
                                        </p:tav>
                                      </p:tavLst>
                                    </p:anim>
                                    <p:anim calcmode="lin" valueType="num">
                                      <p:cBhvr>
                                        <p:cTn id="30" dur="1000" fill="hold"/>
                                        <p:tgtEl>
                                          <p:spTgt spid="8"/>
                                        </p:tgtEl>
                                        <p:attrNameLst>
                                          <p:attrName>ppt_h</p:attrName>
                                        </p:attrNameLst>
                                      </p:cBhvr>
                                      <p:tavLst>
                                        <p:tav tm="0">
                                          <p:val>
                                            <p:fltVal val="0"/>
                                          </p:val>
                                        </p:tav>
                                        <p:tav tm="100000">
                                          <p:val>
                                            <p:strVal val="#ppt_h"/>
                                          </p:val>
                                        </p:tav>
                                      </p:tavLst>
                                    </p:anim>
                                    <p:anim calcmode="lin" valueType="num">
                                      <p:cBhvr>
                                        <p:cTn id="31" dur="1000" fill="hold"/>
                                        <p:tgtEl>
                                          <p:spTgt spid="8"/>
                                        </p:tgtEl>
                                        <p:attrNameLst>
                                          <p:attrName>style.rotation</p:attrName>
                                        </p:attrNameLst>
                                      </p:cBhvr>
                                      <p:tavLst>
                                        <p:tav tm="0">
                                          <p:val>
                                            <p:fltVal val="90"/>
                                          </p:val>
                                        </p:tav>
                                        <p:tav tm="100000">
                                          <p:val>
                                            <p:fltVal val="0"/>
                                          </p:val>
                                        </p:tav>
                                      </p:tavLst>
                                    </p:anim>
                                    <p:animEffect transition="in" filter="fade">
                                      <p:cBhvr>
                                        <p:cTn id="32" dur="1000"/>
                                        <p:tgtEl>
                                          <p:spTgt spid="8"/>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1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Derived class Constructors</a:t>
            </a:r>
          </a:p>
        </p:txBody>
      </p:sp>
      <p:sp>
        <p:nvSpPr>
          <p:cNvPr id="6" name="Text Placeholder 5"/>
          <p:cNvSpPr>
            <a:spLocks noGrp="1"/>
          </p:cNvSpPr>
          <p:nvPr>
            <p:ph type="body" idx="1"/>
          </p:nvPr>
        </p:nvSpPr>
        <p:spPr/>
        <p:txBody>
          <a:bodyPr/>
          <a:lstStyle/>
          <a:p>
            <a:r>
              <a:rPr lang="en-US" dirty="0"/>
              <a:t>Explain how to build constructors in derived classes.</a:t>
            </a:r>
          </a:p>
        </p:txBody>
      </p:sp>
    </p:spTree>
    <p:extLst>
      <p:ext uri="{BB962C8B-B14F-4D97-AF65-F5344CB8AC3E}">
        <p14:creationId xmlns:p14="http://schemas.microsoft.com/office/powerpoint/2010/main" val="6971513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Constructors</a:t>
            </a:r>
          </a:p>
        </p:txBody>
      </p:sp>
      <p:sp>
        <p:nvSpPr>
          <p:cNvPr id="5" name="Content Placeholder 4"/>
          <p:cNvSpPr>
            <a:spLocks noGrp="1"/>
          </p:cNvSpPr>
          <p:nvPr>
            <p:ph idx="1"/>
          </p:nvPr>
        </p:nvSpPr>
        <p:spPr/>
        <p:txBody>
          <a:bodyPr/>
          <a:lstStyle/>
          <a:p>
            <a:r>
              <a:rPr lang="en-US" dirty="0"/>
              <a:t>Derived classes do NOT inherit constructors from the base class.</a:t>
            </a:r>
          </a:p>
          <a:p>
            <a:r>
              <a:rPr lang="en-US" dirty="0"/>
              <a:t>You can however call the base class constructor using the </a:t>
            </a:r>
            <a:r>
              <a:rPr lang="en-US" dirty="0">
                <a:latin typeface="Courier New" panose="02070309020205020404" pitchFamily="49" charset="0"/>
                <a:cs typeface="Courier New" panose="02070309020205020404" pitchFamily="49" charset="0"/>
              </a:rPr>
              <a:t>base</a:t>
            </a:r>
            <a:r>
              <a:rPr lang="en-US" dirty="0"/>
              <a:t> keyword.</a:t>
            </a:r>
          </a:p>
          <a:p>
            <a:endParaRPr lang="en-US" dirty="0"/>
          </a:p>
        </p:txBody>
      </p:sp>
    </p:spTree>
    <p:extLst>
      <p:ext uri="{BB962C8B-B14F-4D97-AF65-F5344CB8AC3E}">
        <p14:creationId xmlns:p14="http://schemas.microsoft.com/office/powerpoint/2010/main" val="14034961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Constructors Of Derived Classes</a:t>
            </a:r>
          </a:p>
        </p:txBody>
      </p:sp>
      <p:sp>
        <p:nvSpPr>
          <p:cNvPr id="6" name="Content Placeholder 5"/>
          <p:cNvSpPr>
            <a:spLocks noGrp="1"/>
          </p:cNvSpPr>
          <p:nvPr>
            <p:ph sz="half" idx="1"/>
          </p:nvPr>
        </p:nvSpPr>
        <p:spPr/>
        <p:txBody>
          <a:bodyPr>
            <a:normAutofit lnSpcReduction="10000"/>
          </a:bodyPr>
          <a:lstStyle/>
          <a:p>
            <a:r>
              <a:rPr lang="en-US" dirty="0"/>
              <a:t>If no constructors are defined then the default constructors provided by C# will be called in turn.</a:t>
            </a:r>
          </a:p>
          <a:p>
            <a:r>
              <a:rPr lang="en-US" dirty="0"/>
              <a:t>If you define your own constructors you should follow the same process by calling the base class constructors using the </a:t>
            </a:r>
            <a:r>
              <a:rPr lang="en-US" dirty="0">
                <a:latin typeface="Courier New" panose="02070309020205020404" pitchFamily="49" charset="0"/>
                <a:cs typeface="Courier New" panose="02070309020205020404" pitchFamily="49" charset="0"/>
              </a:rPr>
              <a:t>base</a:t>
            </a:r>
            <a:r>
              <a:rPr lang="en-US" dirty="0"/>
              <a:t> keyword.</a:t>
            </a:r>
          </a:p>
        </p:txBody>
      </p:sp>
      <p:graphicFrame>
        <p:nvGraphicFramePr>
          <p:cNvPr id="7" name="Content Placeholder 1"/>
          <p:cNvGraphicFramePr>
            <a:graphicFrameLocks noGrp="1"/>
          </p:cNvGraphicFramePr>
          <p:nvPr>
            <p:ph sz="half" idx="2"/>
            <p:extLst>
              <p:ext uri="{D42A27DB-BD31-4B8C-83A1-F6EECF244321}">
                <p14:modId xmlns:p14="http://schemas.microsoft.com/office/powerpoint/2010/main" val="1230034215"/>
              </p:ext>
            </p:extLst>
          </p:nvPr>
        </p:nvGraphicFramePr>
        <p:xfrm>
          <a:off x="6197600" y="1524000"/>
          <a:ext cx="5364163" cy="45910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719668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Access Modifiers</a:t>
            </a:r>
          </a:p>
        </p:txBody>
      </p:sp>
      <p:sp>
        <p:nvSpPr>
          <p:cNvPr id="3" name="Text Placeholder 2"/>
          <p:cNvSpPr>
            <a:spLocks noGrp="1"/>
          </p:cNvSpPr>
          <p:nvPr>
            <p:ph type="body" idx="1"/>
          </p:nvPr>
        </p:nvSpPr>
        <p:spPr/>
        <p:txBody>
          <a:bodyPr/>
          <a:lstStyle/>
          <a:p>
            <a:r>
              <a:rPr lang="en-US" dirty="0"/>
              <a:t>Overview access modifiers.</a:t>
            </a:r>
          </a:p>
        </p:txBody>
      </p:sp>
    </p:spTree>
    <p:extLst>
      <p:ext uri="{BB962C8B-B14F-4D97-AF65-F5344CB8AC3E}">
        <p14:creationId xmlns:p14="http://schemas.microsoft.com/office/powerpoint/2010/main" val="15924963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Modifiers than Change Visibility</a:t>
            </a:r>
          </a:p>
        </p:txBody>
      </p:sp>
      <p:graphicFrame>
        <p:nvGraphicFramePr>
          <p:cNvPr id="7" name="Table 6"/>
          <p:cNvGraphicFramePr>
            <a:graphicFrameLocks noGrp="1"/>
          </p:cNvGraphicFramePr>
          <p:nvPr>
            <p:extLst>
              <p:ext uri="{D42A27DB-BD31-4B8C-83A1-F6EECF244321}">
                <p14:modId xmlns:p14="http://schemas.microsoft.com/office/powerpoint/2010/main" val="2070194167"/>
              </p:ext>
            </p:extLst>
          </p:nvPr>
        </p:nvGraphicFramePr>
        <p:xfrm>
          <a:off x="955159" y="1500277"/>
          <a:ext cx="10281683" cy="4273202"/>
        </p:xfrm>
        <a:graphic>
          <a:graphicData uri="http://schemas.openxmlformats.org/drawingml/2006/table">
            <a:tbl>
              <a:tblPr firstRow="1" firstCol="1" bandRow="1">
                <a:tableStyleId>{85BE263C-DBD7-4A20-BB59-AAB30ACAA65A}</a:tableStyleId>
              </a:tblPr>
              <a:tblGrid>
                <a:gridCol w="1816430">
                  <a:extLst>
                    <a:ext uri="{9D8B030D-6E8A-4147-A177-3AD203B41FA5}">
                      <a16:colId xmlns:a16="http://schemas.microsoft.com/office/drawing/2014/main" val="20000"/>
                    </a:ext>
                  </a:extLst>
                </a:gridCol>
                <a:gridCol w="3008277">
                  <a:extLst>
                    <a:ext uri="{9D8B030D-6E8A-4147-A177-3AD203B41FA5}">
                      <a16:colId xmlns:a16="http://schemas.microsoft.com/office/drawing/2014/main" val="20001"/>
                    </a:ext>
                  </a:extLst>
                </a:gridCol>
                <a:gridCol w="5456976">
                  <a:extLst>
                    <a:ext uri="{9D8B030D-6E8A-4147-A177-3AD203B41FA5}">
                      <a16:colId xmlns:a16="http://schemas.microsoft.com/office/drawing/2014/main" val="20002"/>
                    </a:ext>
                  </a:extLst>
                </a:gridCol>
              </a:tblGrid>
              <a:tr h="364180">
                <a:tc>
                  <a:txBody>
                    <a:bodyPr/>
                    <a:lstStyle/>
                    <a:p>
                      <a:pPr marL="0" marR="0">
                        <a:lnSpc>
                          <a:spcPct val="107000"/>
                        </a:lnSpc>
                        <a:spcBef>
                          <a:spcPts val="0"/>
                        </a:spcBef>
                        <a:spcAft>
                          <a:spcPts val="0"/>
                        </a:spcAft>
                      </a:pPr>
                      <a:r>
                        <a:rPr lang="en-US" sz="2000" dirty="0">
                          <a:effectLst/>
                        </a:rPr>
                        <a:t>MODIFIER</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2000">
                          <a:effectLst/>
                        </a:rPr>
                        <a:t>APPLIES TO</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2000">
                          <a:effectLst/>
                        </a:rPr>
                        <a:t>DESCRIPTION</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539800">
                <a:tc>
                  <a:txBody>
                    <a:bodyPr/>
                    <a:lstStyle/>
                    <a:p>
                      <a:pPr marL="0" marR="0">
                        <a:lnSpc>
                          <a:spcPct val="107000"/>
                        </a:lnSpc>
                        <a:spcBef>
                          <a:spcPts val="0"/>
                        </a:spcBef>
                        <a:spcAft>
                          <a:spcPts val="0"/>
                        </a:spcAft>
                      </a:pPr>
                      <a:r>
                        <a:rPr lang="en-US" sz="2000" dirty="0">
                          <a:effectLst/>
                        </a:rPr>
                        <a:t>public</a:t>
                      </a:r>
                      <a:endParaRPr lang="en-US" sz="2000" b="0" dirty="0">
                        <a:effectLst/>
                        <a:latin typeface="Courier New" panose="02070309020205020404" pitchFamily="49" charset="0"/>
                        <a:ea typeface="Calibri" panose="020F0502020204030204" pitchFamily="34" charset="0"/>
                        <a:cs typeface="Courier New" panose="02070309020205020404" pitchFamily="49" charset="0"/>
                      </a:endParaRPr>
                    </a:p>
                  </a:txBody>
                  <a:tcPr marL="68580" marR="68580" marT="0" marB="0"/>
                </a:tc>
                <a:tc>
                  <a:txBody>
                    <a:bodyPr/>
                    <a:lstStyle/>
                    <a:p>
                      <a:pPr marL="0" marR="0">
                        <a:lnSpc>
                          <a:spcPct val="107000"/>
                        </a:lnSpc>
                        <a:spcBef>
                          <a:spcPts val="0"/>
                        </a:spcBef>
                        <a:spcAft>
                          <a:spcPts val="0"/>
                        </a:spcAft>
                      </a:pPr>
                      <a:r>
                        <a:rPr lang="en-US" sz="2000">
                          <a:effectLst/>
                        </a:rPr>
                        <a:t>Any types or members </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2000">
                          <a:effectLst/>
                        </a:rPr>
                        <a:t>The item is visible to any other code. </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746680">
                <a:tc>
                  <a:txBody>
                    <a:bodyPr/>
                    <a:lstStyle/>
                    <a:p>
                      <a:pPr marL="0" marR="0">
                        <a:lnSpc>
                          <a:spcPct val="107000"/>
                        </a:lnSpc>
                        <a:spcBef>
                          <a:spcPts val="0"/>
                        </a:spcBef>
                        <a:spcAft>
                          <a:spcPts val="0"/>
                        </a:spcAft>
                      </a:pPr>
                      <a:r>
                        <a:rPr lang="en-US" sz="2000" dirty="0">
                          <a:effectLst/>
                        </a:rPr>
                        <a:t>protected </a:t>
                      </a:r>
                      <a:endParaRPr lang="en-US" sz="2000" b="0" dirty="0">
                        <a:effectLst/>
                        <a:latin typeface="Courier New" panose="02070309020205020404" pitchFamily="49" charset="0"/>
                        <a:ea typeface="Calibri" panose="020F0502020204030204" pitchFamily="34" charset="0"/>
                        <a:cs typeface="Courier New" panose="02070309020205020404" pitchFamily="49" charset="0"/>
                      </a:endParaRPr>
                    </a:p>
                  </a:txBody>
                  <a:tcPr marL="68580" marR="68580" marT="0" marB="0"/>
                </a:tc>
                <a:tc>
                  <a:txBody>
                    <a:bodyPr/>
                    <a:lstStyle/>
                    <a:p>
                      <a:pPr marL="0" marR="0">
                        <a:lnSpc>
                          <a:spcPct val="107000"/>
                        </a:lnSpc>
                        <a:spcBef>
                          <a:spcPts val="0"/>
                        </a:spcBef>
                        <a:spcAft>
                          <a:spcPts val="0"/>
                        </a:spcAft>
                      </a:pPr>
                      <a:r>
                        <a:rPr lang="en-US" sz="2000">
                          <a:effectLst/>
                        </a:rPr>
                        <a:t>Any member of a type, and any nested type </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2000">
                          <a:effectLst/>
                        </a:rPr>
                        <a:t>The item is visible only to any derived type. </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r h="746680">
                <a:tc>
                  <a:txBody>
                    <a:bodyPr/>
                    <a:lstStyle/>
                    <a:p>
                      <a:pPr marL="0" marR="0">
                        <a:lnSpc>
                          <a:spcPct val="107000"/>
                        </a:lnSpc>
                        <a:spcBef>
                          <a:spcPts val="0"/>
                        </a:spcBef>
                        <a:spcAft>
                          <a:spcPts val="0"/>
                        </a:spcAft>
                      </a:pPr>
                      <a:r>
                        <a:rPr lang="en-US" sz="2000" dirty="0">
                          <a:effectLst/>
                        </a:rPr>
                        <a:t>internal </a:t>
                      </a:r>
                      <a:endParaRPr lang="en-US" sz="2000" b="0" dirty="0">
                        <a:effectLst/>
                        <a:latin typeface="Courier New" panose="02070309020205020404" pitchFamily="49" charset="0"/>
                        <a:ea typeface="Calibri" panose="020F0502020204030204" pitchFamily="34" charset="0"/>
                        <a:cs typeface="Courier New" panose="02070309020205020404" pitchFamily="49" charset="0"/>
                      </a:endParaRPr>
                    </a:p>
                  </a:txBody>
                  <a:tcPr marL="68580" marR="68580" marT="0" marB="0"/>
                </a:tc>
                <a:tc>
                  <a:txBody>
                    <a:bodyPr/>
                    <a:lstStyle/>
                    <a:p>
                      <a:pPr marL="0" marR="0">
                        <a:lnSpc>
                          <a:spcPct val="107000"/>
                        </a:lnSpc>
                        <a:spcBef>
                          <a:spcPts val="0"/>
                        </a:spcBef>
                        <a:spcAft>
                          <a:spcPts val="0"/>
                        </a:spcAft>
                      </a:pPr>
                      <a:r>
                        <a:rPr lang="en-US" sz="2000">
                          <a:effectLst/>
                        </a:rPr>
                        <a:t>Any types or members </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2000">
                          <a:effectLst/>
                        </a:rPr>
                        <a:t>The item is visible only within its containing assembly. </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r h="746680">
                <a:tc>
                  <a:txBody>
                    <a:bodyPr/>
                    <a:lstStyle/>
                    <a:p>
                      <a:pPr marL="0" marR="0">
                        <a:lnSpc>
                          <a:spcPct val="107000"/>
                        </a:lnSpc>
                        <a:spcBef>
                          <a:spcPts val="0"/>
                        </a:spcBef>
                        <a:spcAft>
                          <a:spcPts val="0"/>
                        </a:spcAft>
                      </a:pPr>
                      <a:r>
                        <a:rPr lang="en-US" sz="2000" dirty="0">
                          <a:effectLst/>
                        </a:rPr>
                        <a:t>private </a:t>
                      </a:r>
                      <a:endParaRPr lang="en-US" sz="2000" b="0" dirty="0">
                        <a:effectLst/>
                        <a:latin typeface="Courier New" panose="02070309020205020404" pitchFamily="49" charset="0"/>
                        <a:ea typeface="Calibri" panose="020F0502020204030204" pitchFamily="34" charset="0"/>
                        <a:cs typeface="Courier New" panose="02070309020205020404" pitchFamily="49" charset="0"/>
                      </a:endParaRPr>
                    </a:p>
                  </a:txBody>
                  <a:tcPr marL="68580" marR="68580" marT="0" marB="0"/>
                </a:tc>
                <a:tc>
                  <a:txBody>
                    <a:bodyPr/>
                    <a:lstStyle/>
                    <a:p>
                      <a:pPr marL="0" marR="0">
                        <a:lnSpc>
                          <a:spcPct val="107000"/>
                        </a:lnSpc>
                        <a:spcBef>
                          <a:spcPts val="0"/>
                        </a:spcBef>
                        <a:spcAft>
                          <a:spcPts val="0"/>
                        </a:spcAft>
                      </a:pPr>
                      <a:r>
                        <a:rPr lang="en-US" sz="2000">
                          <a:effectLst/>
                        </a:rPr>
                        <a:t>Any member of a type, and any nested type </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2000">
                          <a:effectLst/>
                        </a:rPr>
                        <a:t>The item is visible only inside the type to which it belongs. </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4"/>
                  </a:ext>
                </a:extLst>
              </a:tr>
              <a:tr h="1129182">
                <a:tc>
                  <a:txBody>
                    <a:bodyPr/>
                    <a:lstStyle/>
                    <a:p>
                      <a:pPr marL="0" marR="0">
                        <a:lnSpc>
                          <a:spcPct val="107000"/>
                        </a:lnSpc>
                        <a:spcBef>
                          <a:spcPts val="0"/>
                        </a:spcBef>
                        <a:spcAft>
                          <a:spcPts val="0"/>
                        </a:spcAft>
                      </a:pPr>
                      <a:r>
                        <a:rPr lang="en-US" sz="2000" dirty="0">
                          <a:effectLst/>
                        </a:rPr>
                        <a:t>protected internal </a:t>
                      </a:r>
                      <a:endParaRPr lang="en-US" sz="2000" b="0" dirty="0">
                        <a:effectLst/>
                        <a:latin typeface="Courier New" panose="02070309020205020404" pitchFamily="49" charset="0"/>
                        <a:ea typeface="Calibri" panose="020F0502020204030204" pitchFamily="34" charset="0"/>
                        <a:cs typeface="Courier New" panose="02070309020205020404" pitchFamily="49" charset="0"/>
                      </a:endParaRPr>
                    </a:p>
                  </a:txBody>
                  <a:tcPr marL="68580" marR="68580" marT="0" marB="0"/>
                </a:tc>
                <a:tc>
                  <a:txBody>
                    <a:bodyPr/>
                    <a:lstStyle/>
                    <a:p>
                      <a:pPr marL="0" marR="0">
                        <a:lnSpc>
                          <a:spcPct val="107000"/>
                        </a:lnSpc>
                        <a:spcBef>
                          <a:spcPts val="0"/>
                        </a:spcBef>
                        <a:spcAft>
                          <a:spcPts val="0"/>
                        </a:spcAft>
                      </a:pPr>
                      <a:r>
                        <a:rPr lang="en-US" sz="2000" dirty="0">
                          <a:effectLst/>
                        </a:rPr>
                        <a:t>Any member of a type, and any nested type </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2000" dirty="0">
                          <a:effectLst/>
                        </a:rPr>
                        <a:t>The item is visible to any code within its containing assembly and to any code inside a derived type.</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3057363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Visibility Modifier Limitations</a:t>
            </a:r>
          </a:p>
        </p:txBody>
      </p:sp>
      <p:sp>
        <p:nvSpPr>
          <p:cNvPr id="3" name="Content Placeholder 2"/>
          <p:cNvSpPr>
            <a:spLocks noGrp="1"/>
          </p:cNvSpPr>
          <p:nvPr>
            <p:ph idx="1"/>
          </p:nvPr>
        </p:nvSpPr>
        <p:spPr>
          <a:xfrm>
            <a:off x="609600" y="1600199"/>
            <a:ext cx="6354726" cy="4492487"/>
          </a:xfrm>
        </p:spPr>
        <p:txBody>
          <a:bodyPr>
            <a:normAutofit/>
          </a:bodyPr>
          <a:lstStyle/>
          <a:p>
            <a:r>
              <a:rPr lang="en-US" sz="2800" dirty="0"/>
              <a:t>You cannot define a class as protected, private or protected internal (how would you use them?)</a:t>
            </a:r>
          </a:p>
          <a:p>
            <a:r>
              <a:rPr lang="en-US" sz="2800" dirty="0"/>
              <a:t>You can apply protected, private or protected internal to class members (fields, methods and properties)</a:t>
            </a:r>
          </a:p>
          <a:p>
            <a:r>
              <a:rPr lang="en-US" sz="2800" dirty="0"/>
              <a:t>Exception: You can apply these modifiers to internal classes (see example to right).</a:t>
            </a:r>
          </a:p>
        </p:txBody>
      </p:sp>
      <p:sp>
        <p:nvSpPr>
          <p:cNvPr id="4" name="Rectangle 3"/>
          <p:cNvSpPr/>
          <p:nvPr/>
        </p:nvSpPr>
        <p:spPr>
          <a:xfrm>
            <a:off x="7281926" y="1568371"/>
            <a:ext cx="4300474" cy="4524315"/>
          </a:xfrm>
          <a:prstGeom prst="rect">
            <a:avLst/>
          </a:prstGeom>
          <a:solidFill>
            <a:schemeClr val="bg1"/>
          </a:solidFill>
        </p:spPr>
        <p:txBody>
          <a:bodyPr wrap="square">
            <a:spAutoFit/>
          </a:bodyPr>
          <a:lstStyle/>
          <a:p>
            <a:r>
              <a:rPr lang="en-US" dirty="0">
                <a:solidFill>
                  <a:srgbClr val="0000FF"/>
                </a:solidFill>
                <a:highlight>
                  <a:srgbClr val="FFFFFF"/>
                </a:highlight>
                <a:latin typeface="Consolas" panose="020B0609020204030204" pitchFamily="49" charset="0"/>
              </a:rPr>
              <a:t>public</a:t>
            </a:r>
            <a:r>
              <a:rPr lang="en-US" dirty="0">
                <a:solidFill>
                  <a:srgbClr val="000000"/>
                </a:solidFill>
                <a:highlight>
                  <a:srgbClr val="FFFFFF"/>
                </a:highlight>
                <a:latin typeface="Consolas" panose="020B0609020204030204" pitchFamily="49" charset="0"/>
              </a:rPr>
              <a:t> </a:t>
            </a:r>
            <a:r>
              <a:rPr lang="en-US" dirty="0">
                <a:solidFill>
                  <a:srgbClr val="0000FF"/>
                </a:solidFill>
                <a:highlight>
                  <a:srgbClr val="FFFFFF"/>
                </a:highlight>
                <a:latin typeface="Consolas" panose="020B0609020204030204" pitchFamily="49" charset="0"/>
              </a:rPr>
              <a:t>class</a:t>
            </a:r>
            <a:r>
              <a:rPr lang="en-US" dirty="0">
                <a:solidFill>
                  <a:srgbClr val="000000"/>
                </a:solidFill>
                <a:highlight>
                  <a:srgbClr val="FFFFFF"/>
                </a:highlight>
                <a:latin typeface="Consolas" panose="020B0609020204030204" pitchFamily="49" charset="0"/>
              </a:rPr>
              <a:t> </a:t>
            </a:r>
            <a:r>
              <a:rPr lang="en-US" dirty="0" err="1">
                <a:solidFill>
                  <a:srgbClr val="2B91AF"/>
                </a:solidFill>
                <a:highlight>
                  <a:srgbClr val="FFFFFF"/>
                </a:highlight>
                <a:latin typeface="Consolas" panose="020B0609020204030204" pitchFamily="49" charset="0"/>
              </a:rPr>
              <a:t>OuterClass</a:t>
            </a:r>
            <a:r>
              <a:rPr lang="en-US" dirty="0">
                <a:solidFill>
                  <a:srgbClr val="000000"/>
                </a:solidFill>
                <a:highlight>
                  <a:srgbClr val="FFFFFF"/>
                </a:highlight>
                <a:latin typeface="Consolas" panose="020B0609020204030204" pitchFamily="49" charset="0"/>
              </a:rPr>
              <a:t> </a:t>
            </a:r>
          </a:p>
          <a:p>
            <a:r>
              <a:rPr lang="en-US" dirty="0">
                <a:solidFill>
                  <a:srgbClr val="000000"/>
                </a:solidFill>
                <a:highlight>
                  <a:srgbClr val="FFFFFF"/>
                </a:highlight>
                <a:latin typeface="Consolas" panose="020B0609020204030204" pitchFamily="49" charset="0"/>
              </a:rPr>
              <a:t>{</a:t>
            </a:r>
          </a:p>
          <a:p>
            <a:r>
              <a:rPr lang="en-US" dirty="0">
                <a:solidFill>
                  <a:srgbClr val="000000"/>
                </a:solidFill>
                <a:highlight>
                  <a:srgbClr val="FFFFFF"/>
                </a:highlight>
                <a:latin typeface="Consolas" panose="020B0609020204030204" pitchFamily="49" charset="0"/>
              </a:rPr>
              <a:t>    </a:t>
            </a:r>
            <a:r>
              <a:rPr lang="en-US" dirty="0">
                <a:solidFill>
                  <a:srgbClr val="0000FF"/>
                </a:solidFill>
                <a:highlight>
                  <a:srgbClr val="FFFFFF"/>
                </a:highlight>
                <a:latin typeface="Consolas" panose="020B0609020204030204" pitchFamily="49" charset="0"/>
              </a:rPr>
              <a:t>protected</a:t>
            </a:r>
            <a:r>
              <a:rPr lang="en-US" dirty="0">
                <a:solidFill>
                  <a:srgbClr val="000000"/>
                </a:solidFill>
                <a:highlight>
                  <a:srgbClr val="FFFFFF"/>
                </a:highlight>
                <a:latin typeface="Consolas" panose="020B0609020204030204" pitchFamily="49" charset="0"/>
              </a:rPr>
              <a:t> </a:t>
            </a:r>
            <a:r>
              <a:rPr lang="en-US" dirty="0">
                <a:solidFill>
                  <a:srgbClr val="0000FF"/>
                </a:solidFill>
                <a:highlight>
                  <a:srgbClr val="FFFFFF"/>
                </a:highlight>
                <a:latin typeface="Consolas" panose="020B0609020204030204" pitchFamily="49" charset="0"/>
              </a:rPr>
              <a:t>class</a:t>
            </a:r>
            <a:r>
              <a:rPr lang="en-US" dirty="0">
                <a:solidFill>
                  <a:srgbClr val="000000"/>
                </a:solidFill>
                <a:highlight>
                  <a:srgbClr val="FFFFFF"/>
                </a:highlight>
                <a:latin typeface="Consolas" panose="020B0609020204030204" pitchFamily="49" charset="0"/>
              </a:rPr>
              <a:t> </a:t>
            </a:r>
            <a:r>
              <a:rPr lang="en-US" dirty="0" err="1">
                <a:solidFill>
                  <a:srgbClr val="2B91AF"/>
                </a:solidFill>
                <a:highlight>
                  <a:srgbClr val="FFFFFF"/>
                </a:highlight>
                <a:latin typeface="Consolas" panose="020B0609020204030204" pitchFamily="49" charset="0"/>
              </a:rPr>
              <a:t>InnerClass</a:t>
            </a:r>
            <a:r>
              <a:rPr lang="en-US" dirty="0">
                <a:solidFill>
                  <a:srgbClr val="000000"/>
                </a:solidFill>
                <a:highlight>
                  <a:srgbClr val="FFFFFF"/>
                </a:highlight>
                <a:latin typeface="Consolas" panose="020B0609020204030204" pitchFamily="49" charset="0"/>
              </a:rPr>
              <a:t> </a:t>
            </a:r>
          </a:p>
          <a:p>
            <a:r>
              <a:rPr lang="en-US" dirty="0">
                <a:solidFill>
                  <a:srgbClr val="000000"/>
                </a:solidFill>
                <a:highlight>
                  <a:srgbClr val="FFFFFF"/>
                </a:highlight>
                <a:latin typeface="Consolas" panose="020B0609020204030204" pitchFamily="49" charset="0"/>
              </a:rPr>
              <a:t>    {</a:t>
            </a:r>
          </a:p>
          <a:p>
            <a:r>
              <a:rPr lang="en-US" dirty="0">
                <a:solidFill>
                  <a:srgbClr val="000000"/>
                </a:solidFill>
                <a:highlight>
                  <a:srgbClr val="FFFFFF"/>
                </a:highlight>
                <a:latin typeface="Consolas" panose="020B0609020204030204" pitchFamily="49" charset="0"/>
              </a:rPr>
              <a:t>        </a:t>
            </a:r>
            <a:r>
              <a:rPr lang="en-US" dirty="0">
                <a:solidFill>
                  <a:srgbClr val="008000"/>
                </a:solidFill>
                <a:highlight>
                  <a:srgbClr val="FFFFFF"/>
                </a:highlight>
                <a:latin typeface="Consolas" panose="020B0609020204030204" pitchFamily="49" charset="0"/>
              </a:rPr>
              <a:t>// etc. </a:t>
            </a:r>
            <a:endParaRPr lang="en-US" dirty="0">
              <a:solidFill>
                <a:srgbClr val="000000"/>
              </a:solidFill>
              <a:highlight>
                <a:srgbClr val="FFFFFF"/>
              </a:highlight>
              <a:latin typeface="Consolas" panose="020B0609020204030204" pitchFamily="49" charset="0"/>
            </a:endParaRPr>
          </a:p>
          <a:p>
            <a:r>
              <a:rPr lang="en-US" dirty="0">
                <a:solidFill>
                  <a:srgbClr val="000000"/>
                </a:solidFill>
                <a:highlight>
                  <a:srgbClr val="FFFFFF"/>
                </a:highlight>
                <a:latin typeface="Consolas" panose="020B0609020204030204" pitchFamily="49" charset="0"/>
              </a:rPr>
              <a:t>    }</a:t>
            </a:r>
          </a:p>
          <a:p>
            <a:r>
              <a:rPr lang="en-US" dirty="0">
                <a:solidFill>
                  <a:srgbClr val="000000"/>
                </a:solidFill>
                <a:highlight>
                  <a:srgbClr val="FFFFFF"/>
                </a:highlight>
                <a:latin typeface="Consolas" panose="020B0609020204030204" pitchFamily="49" charset="0"/>
              </a:rPr>
              <a:t>        </a:t>
            </a:r>
          </a:p>
          <a:p>
            <a:r>
              <a:rPr lang="en-US" dirty="0">
                <a:solidFill>
                  <a:srgbClr val="000000"/>
                </a:solidFill>
                <a:highlight>
                  <a:srgbClr val="FFFFFF"/>
                </a:highlight>
                <a:latin typeface="Consolas" panose="020B0609020204030204" pitchFamily="49" charset="0"/>
              </a:rPr>
              <a:t>    </a:t>
            </a:r>
            <a:r>
              <a:rPr lang="en-US" dirty="0">
                <a:solidFill>
                  <a:srgbClr val="008000"/>
                </a:solidFill>
                <a:highlight>
                  <a:srgbClr val="FFFFFF"/>
                </a:highlight>
                <a:latin typeface="Consolas" panose="020B0609020204030204" pitchFamily="49" charset="0"/>
              </a:rPr>
              <a:t>// etc. </a:t>
            </a:r>
            <a:endParaRPr lang="en-US" dirty="0">
              <a:solidFill>
                <a:srgbClr val="000000"/>
              </a:solidFill>
              <a:highlight>
                <a:srgbClr val="FFFFFF"/>
              </a:highlight>
              <a:latin typeface="Consolas" panose="020B0609020204030204" pitchFamily="49" charset="0"/>
            </a:endParaRPr>
          </a:p>
          <a:p>
            <a:r>
              <a:rPr lang="en-US" dirty="0">
                <a:solidFill>
                  <a:srgbClr val="000000"/>
                </a:solidFill>
                <a:highlight>
                  <a:srgbClr val="FFFFFF"/>
                </a:highlight>
                <a:latin typeface="Consolas" panose="020B0609020204030204" pitchFamily="49" charset="0"/>
              </a:rPr>
              <a:t>}</a:t>
            </a:r>
          </a:p>
          <a:p>
            <a:endParaRPr lang="en-US" dirty="0">
              <a:solidFill>
                <a:srgbClr val="000000"/>
              </a:solidFill>
              <a:highlight>
                <a:srgbClr val="FFFFFF"/>
              </a:highlight>
              <a:latin typeface="Consolas" panose="020B0609020204030204" pitchFamily="49" charset="0"/>
            </a:endParaRPr>
          </a:p>
          <a:p>
            <a:endParaRPr lang="en-US" dirty="0">
              <a:solidFill>
                <a:srgbClr val="000000"/>
              </a:solidFill>
              <a:highlight>
                <a:srgbClr val="FFFFFF"/>
              </a:highlight>
              <a:latin typeface="Consolas" panose="020B0609020204030204" pitchFamily="49" charset="0"/>
            </a:endParaRPr>
          </a:p>
          <a:p>
            <a:endParaRPr lang="en-US" dirty="0">
              <a:solidFill>
                <a:srgbClr val="000000"/>
              </a:solidFill>
              <a:highlight>
                <a:srgbClr val="FFFFFF"/>
              </a:highlight>
              <a:latin typeface="Consolas" panose="020B0609020204030204" pitchFamily="49" charset="0"/>
            </a:endParaRPr>
          </a:p>
          <a:p>
            <a:endParaRPr lang="en-US" dirty="0">
              <a:solidFill>
                <a:srgbClr val="000000"/>
              </a:solidFill>
              <a:highlight>
                <a:srgbClr val="FFFFFF"/>
              </a:highlight>
              <a:latin typeface="Consolas" panose="020B0609020204030204" pitchFamily="49" charset="0"/>
            </a:endParaRPr>
          </a:p>
          <a:p>
            <a:endParaRPr lang="en-US" dirty="0">
              <a:solidFill>
                <a:srgbClr val="000000"/>
              </a:solidFill>
              <a:highlight>
                <a:srgbClr val="FFFFFF"/>
              </a:highlight>
              <a:latin typeface="Consolas" panose="020B0609020204030204" pitchFamily="49" charset="0"/>
            </a:endParaRPr>
          </a:p>
          <a:p>
            <a:endParaRPr lang="en-US" dirty="0">
              <a:solidFill>
                <a:srgbClr val="000000"/>
              </a:solidFill>
              <a:highlight>
                <a:srgbClr val="FFFFFF"/>
              </a:highlight>
              <a:latin typeface="Consolas" panose="020B0609020204030204" pitchFamily="49" charset="0"/>
            </a:endParaRPr>
          </a:p>
          <a:p>
            <a:endParaRPr lang="en-US" dirty="0"/>
          </a:p>
        </p:txBody>
      </p:sp>
    </p:spTree>
    <p:extLst>
      <p:ext uri="{BB962C8B-B14F-4D97-AF65-F5344CB8AC3E}">
        <p14:creationId xmlns:p14="http://schemas.microsoft.com/office/powerpoint/2010/main" val="34431430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Other Modifiers</a:t>
            </a:r>
          </a:p>
        </p:txBody>
      </p:sp>
      <p:graphicFrame>
        <p:nvGraphicFramePr>
          <p:cNvPr id="4" name="Table 3"/>
          <p:cNvGraphicFramePr>
            <a:graphicFrameLocks noGrp="1"/>
          </p:cNvGraphicFramePr>
          <p:nvPr>
            <p:extLst>
              <p:ext uri="{D42A27DB-BD31-4B8C-83A1-F6EECF244321}">
                <p14:modId xmlns:p14="http://schemas.microsoft.com/office/powerpoint/2010/main" val="2640900745"/>
              </p:ext>
            </p:extLst>
          </p:nvPr>
        </p:nvGraphicFramePr>
        <p:xfrm>
          <a:off x="609597" y="1563561"/>
          <a:ext cx="10972802" cy="4731313"/>
        </p:xfrm>
        <a:graphic>
          <a:graphicData uri="http://schemas.openxmlformats.org/drawingml/2006/table">
            <a:tbl>
              <a:tblPr firstRow="1" firstCol="1" bandRow="1">
                <a:tableStyleId>{85BE263C-DBD7-4A20-BB59-AAB30ACAA65A}</a:tableStyleId>
              </a:tblPr>
              <a:tblGrid>
                <a:gridCol w="1325529">
                  <a:extLst>
                    <a:ext uri="{9D8B030D-6E8A-4147-A177-3AD203B41FA5}">
                      <a16:colId xmlns:a16="http://schemas.microsoft.com/office/drawing/2014/main" val="20000"/>
                    </a:ext>
                  </a:extLst>
                </a:gridCol>
                <a:gridCol w="2785730">
                  <a:extLst>
                    <a:ext uri="{9D8B030D-6E8A-4147-A177-3AD203B41FA5}">
                      <a16:colId xmlns:a16="http://schemas.microsoft.com/office/drawing/2014/main" val="20001"/>
                    </a:ext>
                  </a:extLst>
                </a:gridCol>
                <a:gridCol w="6861543">
                  <a:extLst>
                    <a:ext uri="{9D8B030D-6E8A-4147-A177-3AD203B41FA5}">
                      <a16:colId xmlns:a16="http://schemas.microsoft.com/office/drawing/2014/main" val="20002"/>
                    </a:ext>
                  </a:extLst>
                </a:gridCol>
              </a:tblGrid>
              <a:tr h="160451">
                <a:tc>
                  <a:txBody>
                    <a:bodyPr/>
                    <a:lstStyle/>
                    <a:p>
                      <a:pPr marL="0" marR="0">
                        <a:lnSpc>
                          <a:spcPct val="107000"/>
                        </a:lnSpc>
                        <a:spcBef>
                          <a:spcPts val="0"/>
                        </a:spcBef>
                        <a:spcAft>
                          <a:spcPts val="0"/>
                        </a:spcAft>
                      </a:pPr>
                      <a:r>
                        <a:rPr lang="en-US" sz="1800" dirty="0">
                          <a:effectLst/>
                        </a:rPr>
                        <a:t>MODIFIER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1340" marR="61340" marT="0" marB="0"/>
                </a:tc>
                <a:tc>
                  <a:txBody>
                    <a:bodyPr/>
                    <a:lstStyle/>
                    <a:p>
                      <a:pPr marL="0" marR="0">
                        <a:lnSpc>
                          <a:spcPct val="107000"/>
                        </a:lnSpc>
                        <a:spcBef>
                          <a:spcPts val="0"/>
                        </a:spcBef>
                        <a:spcAft>
                          <a:spcPts val="0"/>
                        </a:spcAft>
                      </a:pPr>
                      <a:r>
                        <a:rPr lang="en-US" sz="1800">
                          <a:effectLst/>
                        </a:rPr>
                        <a:t>APPLIES TO </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1340" marR="61340" marT="0" marB="0"/>
                </a:tc>
                <a:tc>
                  <a:txBody>
                    <a:bodyPr/>
                    <a:lstStyle/>
                    <a:p>
                      <a:pPr marL="0" marR="0">
                        <a:lnSpc>
                          <a:spcPct val="107000"/>
                        </a:lnSpc>
                        <a:spcBef>
                          <a:spcPts val="0"/>
                        </a:spcBef>
                        <a:spcAft>
                          <a:spcPts val="0"/>
                        </a:spcAft>
                      </a:pPr>
                      <a:r>
                        <a:rPr lang="en-US" sz="1800">
                          <a:effectLst/>
                        </a:rPr>
                        <a:t>DESCRIPTION </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1340" marR="61340" marT="0" marB="0"/>
                </a:tc>
                <a:extLst>
                  <a:ext uri="{0D108BD9-81ED-4DB2-BD59-A6C34878D82A}">
                    <a16:rowId xmlns:a16="http://schemas.microsoft.com/office/drawing/2014/main" val="10000"/>
                  </a:ext>
                </a:extLst>
              </a:tr>
              <a:tr h="481353">
                <a:tc>
                  <a:txBody>
                    <a:bodyPr/>
                    <a:lstStyle/>
                    <a:p>
                      <a:pPr marL="0" marR="0">
                        <a:lnSpc>
                          <a:spcPct val="107000"/>
                        </a:lnSpc>
                        <a:spcBef>
                          <a:spcPts val="0"/>
                        </a:spcBef>
                        <a:spcAft>
                          <a:spcPts val="0"/>
                        </a:spcAft>
                      </a:pPr>
                      <a:r>
                        <a:rPr lang="en-US" sz="1800">
                          <a:effectLst/>
                        </a:rPr>
                        <a:t>New</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1340" marR="61340" marT="0" marB="0"/>
                </a:tc>
                <a:tc>
                  <a:txBody>
                    <a:bodyPr/>
                    <a:lstStyle/>
                    <a:p>
                      <a:pPr marL="0" marR="0">
                        <a:lnSpc>
                          <a:spcPct val="107000"/>
                        </a:lnSpc>
                        <a:spcBef>
                          <a:spcPts val="0"/>
                        </a:spcBef>
                        <a:spcAft>
                          <a:spcPts val="0"/>
                        </a:spcAft>
                      </a:pPr>
                      <a:r>
                        <a:rPr lang="en-US" sz="1800">
                          <a:effectLst/>
                        </a:rPr>
                        <a:t>Function members </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1340" marR="61340" marT="0" marB="0"/>
                </a:tc>
                <a:tc>
                  <a:txBody>
                    <a:bodyPr/>
                    <a:lstStyle/>
                    <a:p>
                      <a:pPr marL="0" marR="0">
                        <a:lnSpc>
                          <a:spcPct val="107000"/>
                        </a:lnSpc>
                        <a:spcBef>
                          <a:spcPts val="0"/>
                        </a:spcBef>
                        <a:spcAft>
                          <a:spcPts val="0"/>
                        </a:spcAft>
                      </a:pPr>
                      <a:r>
                        <a:rPr lang="en-US" sz="1800">
                          <a:effectLst/>
                        </a:rPr>
                        <a:t>The member hides an inherited member with the same signature. </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1340" marR="61340" marT="0" marB="0"/>
                </a:tc>
                <a:extLst>
                  <a:ext uri="{0D108BD9-81ED-4DB2-BD59-A6C34878D82A}">
                    <a16:rowId xmlns:a16="http://schemas.microsoft.com/office/drawing/2014/main" val="10001"/>
                  </a:ext>
                </a:extLst>
              </a:tr>
              <a:tr h="481353">
                <a:tc>
                  <a:txBody>
                    <a:bodyPr/>
                    <a:lstStyle/>
                    <a:p>
                      <a:pPr marL="0" marR="0">
                        <a:lnSpc>
                          <a:spcPct val="107000"/>
                        </a:lnSpc>
                        <a:spcBef>
                          <a:spcPts val="0"/>
                        </a:spcBef>
                        <a:spcAft>
                          <a:spcPts val="0"/>
                        </a:spcAft>
                      </a:pPr>
                      <a:r>
                        <a:rPr lang="en-US" sz="1800">
                          <a:effectLst/>
                        </a:rPr>
                        <a:t>static </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1340" marR="61340" marT="0" marB="0"/>
                </a:tc>
                <a:tc>
                  <a:txBody>
                    <a:bodyPr/>
                    <a:lstStyle/>
                    <a:p>
                      <a:pPr marL="0" marR="0">
                        <a:lnSpc>
                          <a:spcPct val="107000"/>
                        </a:lnSpc>
                        <a:spcBef>
                          <a:spcPts val="0"/>
                        </a:spcBef>
                        <a:spcAft>
                          <a:spcPts val="0"/>
                        </a:spcAft>
                      </a:pPr>
                      <a:r>
                        <a:rPr lang="en-US" sz="1800">
                          <a:effectLst/>
                        </a:rPr>
                        <a:t>All members </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1340" marR="61340" marT="0" marB="0"/>
                </a:tc>
                <a:tc>
                  <a:txBody>
                    <a:bodyPr/>
                    <a:lstStyle/>
                    <a:p>
                      <a:pPr marL="0" marR="0">
                        <a:lnSpc>
                          <a:spcPct val="107000"/>
                        </a:lnSpc>
                        <a:spcBef>
                          <a:spcPts val="0"/>
                        </a:spcBef>
                        <a:spcAft>
                          <a:spcPts val="0"/>
                        </a:spcAft>
                      </a:pPr>
                      <a:r>
                        <a:rPr lang="en-US" sz="1800">
                          <a:effectLst/>
                        </a:rPr>
                        <a:t>The member does not operate on a specific instance of the class. </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1340" marR="61340" marT="0" marB="0"/>
                </a:tc>
                <a:extLst>
                  <a:ext uri="{0D108BD9-81ED-4DB2-BD59-A6C34878D82A}">
                    <a16:rowId xmlns:a16="http://schemas.microsoft.com/office/drawing/2014/main" val="10002"/>
                  </a:ext>
                </a:extLst>
              </a:tr>
              <a:tr h="320902">
                <a:tc>
                  <a:txBody>
                    <a:bodyPr/>
                    <a:lstStyle/>
                    <a:p>
                      <a:pPr marL="0" marR="0">
                        <a:lnSpc>
                          <a:spcPct val="107000"/>
                        </a:lnSpc>
                        <a:spcBef>
                          <a:spcPts val="0"/>
                        </a:spcBef>
                        <a:spcAft>
                          <a:spcPts val="0"/>
                        </a:spcAft>
                      </a:pPr>
                      <a:r>
                        <a:rPr lang="en-US" sz="1800">
                          <a:effectLst/>
                        </a:rPr>
                        <a:t>virtual </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1340" marR="61340" marT="0" marB="0"/>
                </a:tc>
                <a:tc>
                  <a:txBody>
                    <a:bodyPr/>
                    <a:lstStyle/>
                    <a:p>
                      <a:pPr marL="0" marR="0">
                        <a:lnSpc>
                          <a:spcPct val="107000"/>
                        </a:lnSpc>
                        <a:spcBef>
                          <a:spcPts val="0"/>
                        </a:spcBef>
                        <a:spcAft>
                          <a:spcPts val="0"/>
                        </a:spcAft>
                      </a:pPr>
                      <a:r>
                        <a:rPr lang="en-US" sz="1800">
                          <a:effectLst/>
                        </a:rPr>
                        <a:t>Function members only </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1340" marR="61340" marT="0" marB="0"/>
                </a:tc>
                <a:tc>
                  <a:txBody>
                    <a:bodyPr/>
                    <a:lstStyle/>
                    <a:p>
                      <a:pPr marL="0" marR="0">
                        <a:lnSpc>
                          <a:spcPct val="107000"/>
                        </a:lnSpc>
                        <a:spcBef>
                          <a:spcPts val="0"/>
                        </a:spcBef>
                        <a:spcAft>
                          <a:spcPts val="0"/>
                        </a:spcAft>
                      </a:pPr>
                      <a:r>
                        <a:rPr lang="en-US" sz="1800">
                          <a:effectLst/>
                        </a:rPr>
                        <a:t>The member can be overridden by a derived class. </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1340" marR="61340" marT="0" marB="0"/>
                </a:tc>
                <a:extLst>
                  <a:ext uri="{0D108BD9-81ED-4DB2-BD59-A6C34878D82A}">
                    <a16:rowId xmlns:a16="http://schemas.microsoft.com/office/drawing/2014/main" val="10003"/>
                  </a:ext>
                </a:extLst>
              </a:tr>
              <a:tr h="641803">
                <a:tc>
                  <a:txBody>
                    <a:bodyPr/>
                    <a:lstStyle/>
                    <a:p>
                      <a:pPr marL="0" marR="0">
                        <a:lnSpc>
                          <a:spcPct val="107000"/>
                        </a:lnSpc>
                        <a:spcBef>
                          <a:spcPts val="0"/>
                        </a:spcBef>
                        <a:spcAft>
                          <a:spcPts val="0"/>
                        </a:spcAft>
                      </a:pPr>
                      <a:r>
                        <a:rPr lang="en-US" sz="1800">
                          <a:effectLst/>
                        </a:rPr>
                        <a:t>abstract </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1340" marR="61340" marT="0" marB="0"/>
                </a:tc>
                <a:tc>
                  <a:txBody>
                    <a:bodyPr/>
                    <a:lstStyle/>
                    <a:p>
                      <a:pPr marL="0" marR="0">
                        <a:lnSpc>
                          <a:spcPct val="107000"/>
                        </a:lnSpc>
                        <a:spcBef>
                          <a:spcPts val="0"/>
                        </a:spcBef>
                        <a:spcAft>
                          <a:spcPts val="0"/>
                        </a:spcAft>
                      </a:pPr>
                      <a:r>
                        <a:rPr lang="en-US" sz="1800">
                          <a:effectLst/>
                        </a:rPr>
                        <a:t>Function members only</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1340" marR="61340" marT="0" marB="0"/>
                </a:tc>
                <a:tc>
                  <a:txBody>
                    <a:bodyPr/>
                    <a:lstStyle/>
                    <a:p>
                      <a:pPr marL="0" marR="0">
                        <a:lnSpc>
                          <a:spcPct val="107000"/>
                        </a:lnSpc>
                        <a:spcBef>
                          <a:spcPts val="0"/>
                        </a:spcBef>
                        <a:spcAft>
                          <a:spcPts val="0"/>
                        </a:spcAft>
                      </a:pPr>
                      <a:r>
                        <a:rPr lang="en-US" sz="1800">
                          <a:effectLst/>
                        </a:rPr>
                        <a:t>A virtual member that defines the signature of the member but doesn’t provide an implementation. </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1340" marR="61340" marT="0" marB="0"/>
                </a:tc>
                <a:extLst>
                  <a:ext uri="{0D108BD9-81ED-4DB2-BD59-A6C34878D82A}">
                    <a16:rowId xmlns:a16="http://schemas.microsoft.com/office/drawing/2014/main" val="10004"/>
                  </a:ext>
                </a:extLst>
              </a:tr>
              <a:tr h="481353">
                <a:tc>
                  <a:txBody>
                    <a:bodyPr/>
                    <a:lstStyle/>
                    <a:p>
                      <a:pPr marL="0" marR="0">
                        <a:lnSpc>
                          <a:spcPct val="107000"/>
                        </a:lnSpc>
                        <a:spcBef>
                          <a:spcPts val="0"/>
                        </a:spcBef>
                        <a:spcAft>
                          <a:spcPts val="0"/>
                        </a:spcAft>
                      </a:pPr>
                      <a:r>
                        <a:rPr lang="en-US" sz="1800">
                          <a:effectLst/>
                        </a:rPr>
                        <a:t>override </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1340" marR="61340" marT="0" marB="0"/>
                </a:tc>
                <a:tc>
                  <a:txBody>
                    <a:bodyPr/>
                    <a:lstStyle/>
                    <a:p>
                      <a:pPr marL="0" marR="0">
                        <a:lnSpc>
                          <a:spcPct val="107000"/>
                        </a:lnSpc>
                        <a:spcBef>
                          <a:spcPts val="0"/>
                        </a:spcBef>
                        <a:spcAft>
                          <a:spcPts val="0"/>
                        </a:spcAft>
                      </a:pPr>
                      <a:r>
                        <a:rPr lang="en-US" sz="1800">
                          <a:effectLst/>
                        </a:rPr>
                        <a:t>Function members only </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1340" marR="61340" marT="0" marB="0"/>
                </a:tc>
                <a:tc>
                  <a:txBody>
                    <a:bodyPr/>
                    <a:lstStyle/>
                    <a:p>
                      <a:pPr marL="0" marR="0">
                        <a:lnSpc>
                          <a:spcPct val="107000"/>
                        </a:lnSpc>
                        <a:spcBef>
                          <a:spcPts val="0"/>
                        </a:spcBef>
                        <a:spcAft>
                          <a:spcPts val="0"/>
                        </a:spcAft>
                      </a:pPr>
                      <a:r>
                        <a:rPr lang="en-US" sz="1800">
                          <a:effectLst/>
                        </a:rPr>
                        <a:t>The member overrides an inherited virtual or abstract member. </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1340" marR="61340" marT="0" marB="0"/>
                </a:tc>
                <a:extLst>
                  <a:ext uri="{0D108BD9-81ED-4DB2-BD59-A6C34878D82A}">
                    <a16:rowId xmlns:a16="http://schemas.microsoft.com/office/drawing/2014/main" val="10005"/>
                  </a:ext>
                </a:extLst>
              </a:tr>
              <a:tr h="1444058">
                <a:tc>
                  <a:txBody>
                    <a:bodyPr/>
                    <a:lstStyle/>
                    <a:p>
                      <a:pPr marL="0" marR="0">
                        <a:lnSpc>
                          <a:spcPct val="107000"/>
                        </a:lnSpc>
                        <a:spcBef>
                          <a:spcPts val="0"/>
                        </a:spcBef>
                        <a:spcAft>
                          <a:spcPts val="0"/>
                        </a:spcAft>
                      </a:pPr>
                      <a:r>
                        <a:rPr lang="en-US" sz="1800">
                          <a:effectLst/>
                        </a:rPr>
                        <a:t>sealed </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1340" marR="61340" marT="0" marB="0"/>
                </a:tc>
                <a:tc>
                  <a:txBody>
                    <a:bodyPr/>
                    <a:lstStyle/>
                    <a:p>
                      <a:pPr marL="0" marR="0">
                        <a:lnSpc>
                          <a:spcPct val="107000"/>
                        </a:lnSpc>
                        <a:spcBef>
                          <a:spcPts val="0"/>
                        </a:spcBef>
                        <a:spcAft>
                          <a:spcPts val="0"/>
                        </a:spcAft>
                      </a:pPr>
                      <a:r>
                        <a:rPr lang="en-US" sz="1800">
                          <a:effectLst/>
                        </a:rPr>
                        <a:t>Classes, methods, and properties </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1340" marR="61340" marT="0" marB="0"/>
                </a:tc>
                <a:tc>
                  <a:txBody>
                    <a:bodyPr/>
                    <a:lstStyle/>
                    <a:p>
                      <a:pPr marL="0" marR="0">
                        <a:lnSpc>
                          <a:spcPct val="107000"/>
                        </a:lnSpc>
                        <a:spcBef>
                          <a:spcPts val="0"/>
                        </a:spcBef>
                        <a:spcAft>
                          <a:spcPts val="0"/>
                        </a:spcAft>
                      </a:pPr>
                      <a:r>
                        <a:rPr lang="en-US" sz="1800">
                          <a:effectLst/>
                        </a:rPr>
                        <a:t>For classes, the class cannot be inherited from. For properties and methods, the member overrides an inherited virtual member but cannot be overridden by any members in any derived classes. Must be used in conjunction with override. </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1340" marR="61340" marT="0" marB="0"/>
                </a:tc>
                <a:extLst>
                  <a:ext uri="{0D108BD9-81ED-4DB2-BD59-A6C34878D82A}">
                    <a16:rowId xmlns:a16="http://schemas.microsoft.com/office/drawing/2014/main" val="10006"/>
                  </a:ext>
                </a:extLst>
              </a:tr>
              <a:tr h="481353">
                <a:tc>
                  <a:txBody>
                    <a:bodyPr/>
                    <a:lstStyle/>
                    <a:p>
                      <a:pPr marL="0" marR="0">
                        <a:lnSpc>
                          <a:spcPct val="107000"/>
                        </a:lnSpc>
                        <a:spcBef>
                          <a:spcPts val="0"/>
                        </a:spcBef>
                        <a:spcAft>
                          <a:spcPts val="0"/>
                        </a:spcAft>
                      </a:pPr>
                      <a:r>
                        <a:rPr lang="en-US" sz="1800">
                          <a:effectLst/>
                        </a:rPr>
                        <a:t>extern </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61340" marR="61340" marT="0" marB="0"/>
                </a:tc>
                <a:tc>
                  <a:txBody>
                    <a:bodyPr/>
                    <a:lstStyle/>
                    <a:p>
                      <a:pPr marL="0" marR="0">
                        <a:lnSpc>
                          <a:spcPct val="107000"/>
                        </a:lnSpc>
                        <a:spcBef>
                          <a:spcPts val="0"/>
                        </a:spcBef>
                        <a:spcAft>
                          <a:spcPts val="0"/>
                        </a:spcAft>
                      </a:pPr>
                      <a:r>
                        <a:rPr lang="en-US" sz="1800" dirty="0">
                          <a:effectLst/>
                        </a:rPr>
                        <a:t>Static [</a:t>
                      </a:r>
                      <a:r>
                        <a:rPr lang="en-US" sz="1800" dirty="0" err="1">
                          <a:effectLst/>
                        </a:rPr>
                        <a:t>DllImport</a:t>
                      </a:r>
                      <a:r>
                        <a:rPr lang="en-US" sz="1800" dirty="0">
                          <a:effectLst/>
                        </a:rPr>
                        <a:t>] methods only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1340" marR="61340" marT="0" marB="0"/>
                </a:tc>
                <a:tc>
                  <a:txBody>
                    <a:bodyPr/>
                    <a:lstStyle/>
                    <a:p>
                      <a:pPr marL="0" marR="0">
                        <a:lnSpc>
                          <a:spcPct val="107000"/>
                        </a:lnSpc>
                        <a:spcBef>
                          <a:spcPts val="0"/>
                        </a:spcBef>
                        <a:spcAft>
                          <a:spcPts val="0"/>
                        </a:spcAft>
                      </a:pPr>
                      <a:r>
                        <a:rPr lang="en-US" sz="1800" dirty="0">
                          <a:effectLst/>
                        </a:rPr>
                        <a:t>The member is implemented externally, in a different language.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1340" marR="61340" marT="0" marB="0"/>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13206378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The Is  and As Operators</a:t>
            </a:r>
          </a:p>
        </p:txBody>
      </p:sp>
      <p:sp>
        <p:nvSpPr>
          <p:cNvPr id="4" name="Text Placeholder 3"/>
          <p:cNvSpPr>
            <a:spLocks noGrp="1"/>
          </p:cNvSpPr>
          <p:nvPr>
            <p:ph type="body" idx="1"/>
          </p:nvPr>
        </p:nvSpPr>
        <p:spPr/>
        <p:txBody>
          <a:bodyPr/>
          <a:lstStyle/>
          <a:p>
            <a:r>
              <a:rPr lang="en-US" dirty="0"/>
              <a:t>Demonstrate how to use is and as operators.</a:t>
            </a:r>
          </a:p>
        </p:txBody>
      </p:sp>
    </p:spTree>
    <p:extLst>
      <p:ext uri="{BB962C8B-B14F-4D97-AF65-F5344CB8AC3E}">
        <p14:creationId xmlns:p14="http://schemas.microsoft.com/office/powerpoint/2010/main" val="19689065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Is Operator</a:t>
            </a:r>
          </a:p>
        </p:txBody>
      </p:sp>
      <p:sp>
        <p:nvSpPr>
          <p:cNvPr id="7" name="Content Placeholder 6"/>
          <p:cNvSpPr>
            <a:spLocks noGrp="1"/>
          </p:cNvSpPr>
          <p:nvPr>
            <p:ph idx="1"/>
          </p:nvPr>
        </p:nvSpPr>
        <p:spPr/>
        <p:txBody>
          <a:bodyPr/>
          <a:lstStyle/>
          <a:p>
            <a:r>
              <a:rPr lang="en-US" dirty="0"/>
              <a:t>Checks if an object is compatible with a given type. </a:t>
            </a:r>
          </a:p>
        </p:txBody>
      </p:sp>
      <p:sp>
        <p:nvSpPr>
          <p:cNvPr id="8" name="Rectangle 7"/>
          <p:cNvSpPr/>
          <p:nvPr/>
        </p:nvSpPr>
        <p:spPr>
          <a:xfrm>
            <a:off x="2500304" y="3491925"/>
            <a:ext cx="7191392" cy="584775"/>
          </a:xfrm>
          <a:prstGeom prst="rect">
            <a:avLst/>
          </a:prstGeom>
        </p:spPr>
        <p:txBody>
          <a:bodyPr wrap="none">
            <a:spAutoFit/>
          </a:bodyPr>
          <a:lstStyle/>
          <a:p>
            <a:r>
              <a:rPr lang="en-US" sz="3200" dirty="0">
                <a:solidFill>
                  <a:srgbClr val="0000FF"/>
                </a:solidFill>
                <a:latin typeface="Consolas" panose="020B0609020204030204" pitchFamily="49" charset="0"/>
              </a:rPr>
              <a:t>if</a:t>
            </a:r>
            <a:r>
              <a:rPr lang="en-US" sz="3200" dirty="0">
                <a:solidFill>
                  <a:srgbClr val="000000"/>
                </a:solidFill>
                <a:latin typeface="Consolas" panose="020B0609020204030204" pitchFamily="49" charset="0"/>
              </a:rPr>
              <a:t> (employee </a:t>
            </a:r>
            <a:r>
              <a:rPr lang="en-US" sz="3200" dirty="0">
                <a:solidFill>
                  <a:srgbClr val="0000FF"/>
                </a:solidFill>
                <a:latin typeface="Consolas" panose="020B0609020204030204" pitchFamily="49" charset="0"/>
              </a:rPr>
              <a:t>is</a:t>
            </a:r>
            <a:r>
              <a:rPr lang="en-US" sz="3200" dirty="0">
                <a:solidFill>
                  <a:srgbClr val="000000"/>
                </a:solidFill>
                <a:latin typeface="Consolas" panose="020B0609020204030204" pitchFamily="49" charset="0"/>
              </a:rPr>
              <a:t> </a:t>
            </a:r>
            <a:r>
              <a:rPr lang="en-US" sz="3200" dirty="0" err="1">
                <a:solidFill>
                  <a:srgbClr val="2B91AF"/>
                </a:solidFill>
                <a:latin typeface="Consolas" panose="020B0609020204030204" pitchFamily="49" charset="0"/>
              </a:rPr>
              <a:t>HourlyEmployee</a:t>
            </a:r>
            <a:r>
              <a:rPr lang="en-US" sz="3200" dirty="0">
                <a:solidFill>
                  <a:srgbClr val="000000"/>
                </a:solidFill>
                <a:latin typeface="Consolas" panose="020B0609020204030204" pitchFamily="49" charset="0"/>
              </a:rPr>
              <a:t>)</a:t>
            </a:r>
            <a:endParaRPr lang="en-US" sz="3200" dirty="0"/>
          </a:p>
        </p:txBody>
      </p:sp>
      <p:sp>
        <p:nvSpPr>
          <p:cNvPr id="5" name="Rectangle 4"/>
          <p:cNvSpPr/>
          <p:nvPr/>
        </p:nvSpPr>
        <p:spPr>
          <a:xfrm>
            <a:off x="2723923" y="5707559"/>
            <a:ext cx="6744154" cy="369332"/>
          </a:xfrm>
          <a:prstGeom prst="rect">
            <a:avLst/>
          </a:prstGeom>
        </p:spPr>
        <p:style>
          <a:lnRef idx="1">
            <a:schemeClr val="accent4"/>
          </a:lnRef>
          <a:fillRef idx="3">
            <a:schemeClr val="accent4"/>
          </a:fillRef>
          <a:effectRef idx="2">
            <a:schemeClr val="accent4"/>
          </a:effectRef>
          <a:fontRef idx="minor">
            <a:schemeClr val="lt1"/>
          </a:fontRef>
        </p:style>
        <p:txBody>
          <a:bodyPr wrap="none">
            <a:spAutoFit/>
          </a:bodyPr>
          <a:lstStyle/>
          <a:p>
            <a:r>
              <a:rPr lang="en-US" dirty="0"/>
              <a:t>See MSDN: </a:t>
            </a:r>
            <a:r>
              <a:rPr lang="en-US" dirty="0">
                <a:hlinkClick r:id="rId2"/>
              </a:rPr>
              <a:t>https://msdn.microsoft.com/en-us/library/scekt9xw.aspx</a:t>
            </a:r>
            <a:r>
              <a:rPr lang="en-US" dirty="0"/>
              <a:t>  </a:t>
            </a:r>
          </a:p>
        </p:txBody>
      </p:sp>
    </p:spTree>
    <p:extLst>
      <p:ext uri="{BB962C8B-B14F-4D97-AF65-F5344CB8AC3E}">
        <p14:creationId xmlns:p14="http://schemas.microsoft.com/office/powerpoint/2010/main" val="40987629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 Operator</a:t>
            </a:r>
          </a:p>
        </p:txBody>
      </p:sp>
      <p:sp>
        <p:nvSpPr>
          <p:cNvPr id="3" name="Content Placeholder 2"/>
          <p:cNvSpPr>
            <a:spLocks noGrp="1"/>
          </p:cNvSpPr>
          <p:nvPr>
            <p:ph idx="1"/>
          </p:nvPr>
        </p:nvSpPr>
        <p:spPr/>
        <p:txBody>
          <a:bodyPr/>
          <a:lstStyle/>
          <a:p>
            <a:r>
              <a:rPr lang="en-US" dirty="0"/>
              <a:t>Performs conversions between compatible reference types or nullable types. </a:t>
            </a:r>
          </a:p>
          <a:p>
            <a:endParaRPr lang="en-US" dirty="0"/>
          </a:p>
          <a:p>
            <a:endParaRPr lang="en-US" dirty="0"/>
          </a:p>
          <a:p>
            <a:r>
              <a:rPr lang="en-US" dirty="0"/>
              <a:t>Similar to:</a:t>
            </a:r>
          </a:p>
          <a:p>
            <a:endParaRPr lang="en-US" dirty="0"/>
          </a:p>
        </p:txBody>
      </p:sp>
      <p:sp>
        <p:nvSpPr>
          <p:cNvPr id="4" name="Rectangle 3"/>
          <p:cNvSpPr/>
          <p:nvPr/>
        </p:nvSpPr>
        <p:spPr>
          <a:xfrm>
            <a:off x="854927" y="3016626"/>
            <a:ext cx="10972800" cy="523220"/>
          </a:xfrm>
          <a:prstGeom prst="rect">
            <a:avLst/>
          </a:prstGeom>
        </p:spPr>
        <p:txBody>
          <a:bodyPr wrap="square">
            <a:spAutoFit/>
          </a:bodyPr>
          <a:lstStyle/>
          <a:p>
            <a:r>
              <a:rPr lang="en-US" sz="2800" dirty="0" err="1">
                <a:solidFill>
                  <a:srgbClr val="2B91AF"/>
                </a:solidFill>
                <a:latin typeface="Consolas" panose="020B0609020204030204" pitchFamily="49" charset="0"/>
              </a:rPr>
              <a:t>HourlyEmployee</a:t>
            </a:r>
            <a:r>
              <a:rPr lang="en-US" sz="2800" dirty="0">
                <a:solidFill>
                  <a:srgbClr val="000000"/>
                </a:solidFill>
                <a:latin typeface="Consolas" panose="020B0609020204030204" pitchFamily="49" charset="0"/>
              </a:rPr>
              <a:t> </a:t>
            </a:r>
            <a:r>
              <a:rPr lang="en-US" sz="2800" dirty="0" err="1">
                <a:solidFill>
                  <a:srgbClr val="000000"/>
                </a:solidFill>
                <a:latin typeface="Consolas" panose="020B0609020204030204" pitchFamily="49" charset="0"/>
              </a:rPr>
              <a:t>hourlyEmp</a:t>
            </a:r>
            <a:r>
              <a:rPr lang="en-US" sz="2800" dirty="0">
                <a:solidFill>
                  <a:srgbClr val="000000"/>
                </a:solidFill>
                <a:latin typeface="Consolas" panose="020B0609020204030204" pitchFamily="49" charset="0"/>
              </a:rPr>
              <a:t> = employee </a:t>
            </a:r>
            <a:r>
              <a:rPr lang="en-US" sz="2800" dirty="0">
                <a:solidFill>
                  <a:srgbClr val="0000FF"/>
                </a:solidFill>
                <a:latin typeface="Consolas" panose="020B0609020204030204" pitchFamily="49" charset="0"/>
              </a:rPr>
              <a:t>as</a:t>
            </a:r>
            <a:r>
              <a:rPr lang="en-US" sz="2800" dirty="0">
                <a:solidFill>
                  <a:srgbClr val="000000"/>
                </a:solidFill>
                <a:latin typeface="Consolas" panose="020B0609020204030204" pitchFamily="49" charset="0"/>
              </a:rPr>
              <a:t> </a:t>
            </a:r>
            <a:r>
              <a:rPr lang="en-US" sz="2800" dirty="0" err="1">
                <a:solidFill>
                  <a:srgbClr val="2B91AF"/>
                </a:solidFill>
                <a:latin typeface="Consolas" panose="020B0609020204030204" pitchFamily="49" charset="0"/>
              </a:rPr>
              <a:t>HourlyEmployee</a:t>
            </a:r>
            <a:r>
              <a:rPr lang="en-US" sz="2800" dirty="0">
                <a:solidFill>
                  <a:srgbClr val="000000"/>
                </a:solidFill>
                <a:latin typeface="Consolas" panose="020B0609020204030204" pitchFamily="49" charset="0"/>
              </a:rPr>
              <a:t>;</a:t>
            </a:r>
            <a:endParaRPr lang="en-US" sz="2800" dirty="0"/>
          </a:p>
        </p:txBody>
      </p:sp>
      <p:sp>
        <p:nvSpPr>
          <p:cNvPr id="5" name="Rectangle 4"/>
          <p:cNvSpPr/>
          <p:nvPr/>
        </p:nvSpPr>
        <p:spPr>
          <a:xfrm>
            <a:off x="854927" y="4618462"/>
            <a:ext cx="10972800" cy="523220"/>
          </a:xfrm>
          <a:prstGeom prst="rect">
            <a:avLst/>
          </a:prstGeom>
        </p:spPr>
        <p:txBody>
          <a:bodyPr wrap="square">
            <a:spAutoFit/>
          </a:bodyPr>
          <a:lstStyle/>
          <a:p>
            <a:r>
              <a:rPr lang="en-US" sz="2800" dirty="0" err="1">
                <a:solidFill>
                  <a:srgbClr val="2B91AF"/>
                </a:solidFill>
                <a:latin typeface="Consolas" panose="020B0609020204030204" pitchFamily="49" charset="0"/>
              </a:rPr>
              <a:t>HourlyEmployee</a:t>
            </a:r>
            <a:r>
              <a:rPr lang="en-US" sz="2800" dirty="0">
                <a:solidFill>
                  <a:srgbClr val="000000"/>
                </a:solidFill>
                <a:latin typeface="Consolas" panose="020B0609020204030204" pitchFamily="49" charset="0"/>
              </a:rPr>
              <a:t> </a:t>
            </a:r>
            <a:r>
              <a:rPr lang="en-US" sz="2800" dirty="0" err="1">
                <a:solidFill>
                  <a:srgbClr val="000000"/>
                </a:solidFill>
                <a:latin typeface="Consolas" panose="020B0609020204030204" pitchFamily="49" charset="0"/>
              </a:rPr>
              <a:t>hourlyEmp</a:t>
            </a:r>
            <a:r>
              <a:rPr lang="en-US" sz="2800" dirty="0">
                <a:solidFill>
                  <a:srgbClr val="000000"/>
                </a:solidFill>
                <a:latin typeface="Consolas" panose="020B0609020204030204" pitchFamily="49" charset="0"/>
              </a:rPr>
              <a:t> = (</a:t>
            </a:r>
            <a:r>
              <a:rPr lang="en-US" sz="2800" dirty="0" err="1">
                <a:solidFill>
                  <a:srgbClr val="2B91AF"/>
                </a:solidFill>
                <a:latin typeface="Consolas" panose="020B0609020204030204" pitchFamily="49" charset="0"/>
              </a:rPr>
              <a:t>HourlyEmployee</a:t>
            </a:r>
            <a:r>
              <a:rPr lang="en-US" sz="2800" dirty="0">
                <a:solidFill>
                  <a:srgbClr val="000000"/>
                </a:solidFill>
                <a:latin typeface="Consolas" panose="020B0609020204030204" pitchFamily="49" charset="0"/>
              </a:rPr>
              <a:t>) employee;</a:t>
            </a:r>
            <a:endParaRPr lang="en-US" sz="2800" dirty="0"/>
          </a:p>
        </p:txBody>
      </p:sp>
      <p:sp>
        <p:nvSpPr>
          <p:cNvPr id="6" name="Rectangle 5"/>
          <p:cNvSpPr/>
          <p:nvPr/>
        </p:nvSpPr>
        <p:spPr>
          <a:xfrm>
            <a:off x="2723923" y="5761757"/>
            <a:ext cx="6744154" cy="369332"/>
          </a:xfrm>
          <a:prstGeom prst="rect">
            <a:avLst/>
          </a:prstGeom>
        </p:spPr>
        <p:style>
          <a:lnRef idx="1">
            <a:schemeClr val="accent4"/>
          </a:lnRef>
          <a:fillRef idx="3">
            <a:schemeClr val="accent4"/>
          </a:fillRef>
          <a:effectRef idx="2">
            <a:schemeClr val="accent4"/>
          </a:effectRef>
          <a:fontRef idx="minor">
            <a:schemeClr val="lt1"/>
          </a:fontRef>
        </p:style>
        <p:txBody>
          <a:bodyPr wrap="none">
            <a:spAutoFit/>
          </a:bodyPr>
          <a:lstStyle/>
          <a:p>
            <a:r>
              <a:rPr lang="en-US" dirty="0"/>
              <a:t>See MSDN: </a:t>
            </a:r>
            <a:r>
              <a:rPr lang="en-US" dirty="0">
                <a:hlinkClick r:id="rId2"/>
              </a:rPr>
              <a:t>https://msdn.microsoft.com/en-us/library/cscsdfbt.aspx</a:t>
            </a:r>
            <a:r>
              <a:rPr lang="en-US" dirty="0"/>
              <a:t> </a:t>
            </a:r>
          </a:p>
        </p:txBody>
      </p:sp>
    </p:spTree>
    <p:extLst>
      <p:ext uri="{BB962C8B-B14F-4D97-AF65-F5344CB8AC3E}">
        <p14:creationId xmlns:p14="http://schemas.microsoft.com/office/powerpoint/2010/main" val="18408422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Demo/Code Walkthrough</a:t>
            </a:r>
          </a:p>
        </p:txBody>
      </p:sp>
      <p:sp>
        <p:nvSpPr>
          <p:cNvPr id="3" name="Text Placeholder 2"/>
          <p:cNvSpPr>
            <a:spLocks noGrp="1"/>
          </p:cNvSpPr>
          <p:nvPr>
            <p:ph type="body" idx="1"/>
          </p:nvPr>
        </p:nvSpPr>
        <p:spPr/>
        <p:txBody>
          <a:bodyPr>
            <a:normAutofit fontScale="77500" lnSpcReduction="20000"/>
          </a:bodyPr>
          <a:lstStyle/>
          <a:p>
            <a:r>
              <a:rPr lang="en-US" dirty="0"/>
              <a:t>Demonstrate how to declare and abstract classes and methods</a:t>
            </a:r>
          </a:p>
          <a:p>
            <a:r>
              <a:rPr lang="en-US" dirty="0"/>
              <a:t>Demonstrate declaration of sealed methods and classes.</a:t>
            </a:r>
          </a:p>
          <a:p>
            <a:r>
              <a:rPr lang="en-US" dirty="0"/>
              <a:t>Demonstrate how to build constructors in derived classes.</a:t>
            </a:r>
          </a:p>
        </p:txBody>
      </p:sp>
    </p:spTree>
    <p:extLst>
      <p:ext uri="{BB962C8B-B14F-4D97-AF65-F5344CB8AC3E}">
        <p14:creationId xmlns:p14="http://schemas.microsoft.com/office/powerpoint/2010/main" val="9023501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a:t>
            </a:r>
          </a:p>
        </p:txBody>
      </p:sp>
      <p:sp>
        <p:nvSpPr>
          <p:cNvPr id="3" name="Content Placeholder 2"/>
          <p:cNvSpPr>
            <a:spLocks noGrp="1"/>
          </p:cNvSpPr>
          <p:nvPr>
            <p:ph idx="1"/>
          </p:nvPr>
        </p:nvSpPr>
        <p:spPr/>
        <p:txBody>
          <a:bodyPr/>
          <a:lstStyle/>
          <a:p>
            <a:r>
              <a:rPr lang="en-US" dirty="0"/>
              <a:t>Abstract Classes and Methods</a:t>
            </a:r>
          </a:p>
          <a:p>
            <a:r>
              <a:rPr lang="en-US" dirty="0"/>
              <a:t>Sealed Classes and Methods</a:t>
            </a:r>
          </a:p>
          <a:p>
            <a:r>
              <a:rPr lang="en-US" dirty="0"/>
              <a:t>Derived class Constructors</a:t>
            </a:r>
          </a:p>
          <a:p>
            <a:r>
              <a:rPr lang="en-US" dirty="0"/>
              <a:t>Access Modifiers</a:t>
            </a:r>
          </a:p>
          <a:p>
            <a:r>
              <a:rPr lang="en-US" dirty="0"/>
              <a:t>Is and As Operators</a:t>
            </a:r>
          </a:p>
        </p:txBody>
      </p:sp>
    </p:spTree>
    <p:extLst>
      <p:ext uri="{BB962C8B-B14F-4D97-AF65-F5344CB8AC3E}">
        <p14:creationId xmlns:p14="http://schemas.microsoft.com/office/powerpoint/2010/main" val="243944342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DVSHAPEID" val="zpzVjXQSP3txl9tStYhIbG"/>
</p:tagLst>
</file>

<file path=ppt/tags/tag2.xml><?xml version="1.0" encoding="utf-8"?>
<p:tagLst xmlns:a="http://schemas.openxmlformats.org/drawingml/2006/main" xmlns:r="http://schemas.openxmlformats.org/officeDocument/2006/relationships" xmlns:p="http://schemas.openxmlformats.org/presentationml/2006/main">
  <p:tag name="DVSHAPEID" val="xR9RHz8homAIDNvLlc10pT"/>
</p:tagLst>
</file>

<file path=ppt/tags/tag3.xml><?xml version="1.0" encoding="utf-8"?>
<p:tagLst xmlns:a="http://schemas.openxmlformats.org/drawingml/2006/main" xmlns:r="http://schemas.openxmlformats.org/officeDocument/2006/relationships" xmlns:p="http://schemas.openxmlformats.org/presentationml/2006/main">
  <p:tag name="DVSHAPEID" val="zpzVjXQSP3txl9tStYhIbG"/>
</p:tagLst>
</file>

<file path=ppt/tags/tag4.xml><?xml version="1.0" encoding="utf-8"?>
<p:tagLst xmlns:a="http://schemas.openxmlformats.org/drawingml/2006/main" xmlns:r="http://schemas.openxmlformats.org/officeDocument/2006/relationships" xmlns:p="http://schemas.openxmlformats.org/presentationml/2006/main">
  <p:tag name="DVSHAPEID" val="xR9RHz8homAIDNvLlc10pT"/>
</p:tagLst>
</file>

<file path=ppt/tags/tag5.xml><?xml version="1.0" encoding="utf-8"?>
<p:tagLst xmlns:a="http://schemas.openxmlformats.org/drawingml/2006/main" xmlns:r="http://schemas.openxmlformats.org/officeDocument/2006/relationships" xmlns:p="http://schemas.openxmlformats.org/presentationml/2006/main">
  <p:tag name="DVSHAPEID" val="zpzVjXQSP3txl9tStYhIbG"/>
</p:tagLst>
</file>

<file path=ppt/tags/tag6.xml><?xml version="1.0" encoding="utf-8"?>
<p:tagLst xmlns:a="http://schemas.openxmlformats.org/drawingml/2006/main" xmlns:r="http://schemas.openxmlformats.org/officeDocument/2006/relationships" xmlns:p="http://schemas.openxmlformats.org/presentationml/2006/main">
  <p:tag name="DVSHAPEID" val="xR9RHz8homAIDNvLlc10pT"/>
</p:tagLst>
</file>

<file path=ppt/theme/_rels/theme4.xml.rels><?xml version="1.0" encoding="UTF-8" standalone="yes"?>
<Relationships xmlns="http://schemas.openxmlformats.org/package/2006/relationships"><Relationship Id="rId1" Type="http://schemas.openxmlformats.org/officeDocument/2006/relationships/image" Target="../media/image4.jpeg"/></Relationships>
</file>

<file path=ppt/theme/theme1.xml><?xml version="1.0" encoding="utf-8"?>
<a:theme xmlns:a="http://schemas.openxmlformats.org/drawingml/2006/main" name="STEMulusTheme">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Black"/>
        <a:ea typeface=""/>
        <a:cs typeface=""/>
      </a:majorFont>
      <a:minorFont>
        <a:latin typeface="Arial Unicode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nchorCtr="1">
        <a:normAutofit fontScale="85000" lnSpcReduction="10000"/>
      </a:bodyPr>
      <a:lstStyle>
        <a:defPPr>
          <a:defRPr sz="6000" dirty="0"/>
        </a:defPPr>
      </a:lstStyle>
      <a:style>
        <a:lnRef idx="0">
          <a:schemeClr val="accent2"/>
        </a:lnRef>
        <a:fillRef idx="3">
          <a:schemeClr val="accent2"/>
        </a:fillRef>
        <a:effectRef idx="3">
          <a:schemeClr val="accent2"/>
        </a:effectRef>
        <a:fontRef idx="minor">
          <a:schemeClr val="lt1"/>
        </a:fontRef>
      </a:style>
    </a:sp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STEMulusTheme" id="{7D2F087C-814B-478C-8874-D946BB7E8194}" vid="{40A4879B-240E-4393-A31F-DCAD88D9BDF3}"/>
    </a:ext>
  </a:extLst>
</a:theme>
</file>

<file path=ppt/theme/theme2.xml><?xml version="1.0" encoding="utf-8"?>
<a:theme xmlns:a="http://schemas.openxmlformats.org/drawingml/2006/main" name="GenericTheme">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Black"/>
        <a:ea typeface=""/>
        <a:cs typeface=""/>
      </a:majorFont>
      <a:minorFont>
        <a:latin typeface="Arial Unicode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normAutofit fontScale="47500" lnSpcReduction="20000"/>
      </a:bodyPr>
      <a:lstStyle>
        <a:defPPr algn="ctr">
          <a:defRPr sz="2800" dirty="0" smtClean="0"/>
        </a:defPPr>
      </a:lstStyle>
      <a:style>
        <a:lnRef idx="0">
          <a:schemeClr val="accent2"/>
        </a:lnRef>
        <a:fillRef idx="3">
          <a:schemeClr val="accent2"/>
        </a:fillRef>
        <a:effectRef idx="3">
          <a:schemeClr val="accent2"/>
        </a:effectRef>
        <a:fontRef idx="minor">
          <a:schemeClr val="lt1"/>
        </a:fontRef>
      </a:style>
    </a:sp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GenericTheme" id="{05FD65AE-DB87-4839-B04A-C3F3B9C91C6E}" vid="{73340265-D181-4240-AB7E-F31EC520ECCF}"/>
    </a:ext>
  </a:extLst>
</a:theme>
</file>

<file path=ppt/theme/theme3.xml><?xml version="1.0" encoding="utf-8"?>
<a:theme xmlns:a="http://schemas.openxmlformats.org/drawingml/2006/main" name="FibTheme">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Black"/>
        <a:ea typeface=""/>
        <a:cs typeface=""/>
      </a:majorFont>
      <a:minorFont>
        <a:latin typeface="Arial Unicode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normAutofit fontScale="47500" lnSpcReduction="20000"/>
      </a:bodyPr>
      <a:lstStyle>
        <a:defPPr algn="ctr">
          <a:defRPr sz="2800" dirty="0" smtClean="0"/>
        </a:defPPr>
      </a:lstStyle>
      <a:style>
        <a:lnRef idx="0">
          <a:schemeClr val="accent2"/>
        </a:lnRef>
        <a:fillRef idx="3">
          <a:schemeClr val="accent2"/>
        </a:fillRef>
        <a:effectRef idx="3">
          <a:schemeClr val="accent2"/>
        </a:effectRef>
        <a:fontRef idx="minor">
          <a:schemeClr val="lt1"/>
        </a:fontRef>
      </a:style>
    </a:sp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FibTheme" id="{42310378-7C67-4D39-BE8C-4B5D7B7C9646}" vid="{D62DC210-79D2-435F-90C7-822FFC9D4BD4}"/>
    </a:ext>
  </a:extLst>
</a:theme>
</file>

<file path=ppt/theme/theme4.xml><?xml version="1.0" encoding="utf-8"?>
<a:theme xmlns:a="http://schemas.openxmlformats.org/drawingml/2006/main" name="1_FibTheme">
  <a:themeElements>
    <a:clrScheme name="Custom 5">
      <a:dk1>
        <a:sysClr val="windowText" lastClr="000000"/>
      </a:dk1>
      <a:lt1>
        <a:sysClr val="window" lastClr="FFFFFF"/>
      </a:lt1>
      <a:dk2>
        <a:srgbClr val="44546A"/>
      </a:dk2>
      <a:lt2>
        <a:srgbClr val="E7E6E6"/>
      </a:lt2>
      <a:accent1>
        <a:srgbClr val="002060"/>
      </a:accent1>
      <a:accent2>
        <a:srgbClr val="8496B0"/>
      </a:accent2>
      <a:accent3>
        <a:srgbClr val="8496B0"/>
      </a:accent3>
      <a:accent4>
        <a:srgbClr val="ADB9CA"/>
      </a:accent4>
      <a:accent5>
        <a:srgbClr val="D6DCE4"/>
      </a:accent5>
      <a:accent6>
        <a:srgbClr val="D6DCE4"/>
      </a:accent6>
      <a:hlink>
        <a:srgbClr val="0070C0"/>
      </a:hlink>
      <a:folHlink>
        <a:srgbClr val="7030A0"/>
      </a:folHlink>
    </a:clrScheme>
    <a:fontScheme name="Office">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djacency">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gradFill rotWithShape="1">
          <a:gsLst>
            <a:gs pos="0">
              <a:schemeClr val="phClr">
                <a:tint val="90000"/>
              </a:schemeClr>
            </a:gs>
            <a:gs pos="75000">
              <a:schemeClr val="phClr">
                <a:shade val="100000"/>
                <a:satMod val="115000"/>
              </a:schemeClr>
            </a:gs>
            <a:gs pos="100000">
              <a:schemeClr val="phClr">
                <a:shade val="70000"/>
                <a:satMod val="130000"/>
              </a:schemeClr>
            </a:gs>
          </a:gsLst>
          <a:path path="circle">
            <a:fillToRect l="20000" t="50000" r="100000" b="50000"/>
          </a:path>
        </a:gradFill>
        <a:blipFill rotWithShape="1">
          <a:blip xmlns:r="http://schemas.openxmlformats.org/officeDocument/2006/relationships" r:embed="rId1">
            <a:duotone>
              <a:schemeClr val="phClr">
                <a:tint val="97000"/>
              </a:schemeClr>
              <a:schemeClr val="phClr">
                <a:shade val="96000"/>
              </a:schemeClr>
            </a:duotone>
          </a:blip>
          <a:tile tx="0" ty="0" sx="32000" sy="32000" flip="none" algn="tl"/>
        </a:blipFill>
      </a:bgFillStyleLst>
    </a:fmtScheme>
  </a:themeElements>
  <a:objectDefaults/>
  <a:extraClrSchemeLst/>
  <a:extLst>
    <a:ext uri="{05A4C25C-085E-4340-85A3-A5531E510DB2}">
      <thm15:themeFamily xmlns:thm15="http://schemas.microsoft.com/office/thememl/2012/main" name="FibTheme" id="{FB228B94-9174-4A84-8B9C-56843C22FF37}" vid="{498E3D67-B2F1-4125-9069-AEB53E6EAC1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STEMulusTheme</Template>
  <TotalTime>11895</TotalTime>
  <Words>835</Words>
  <Application>Microsoft Office PowerPoint</Application>
  <PresentationFormat>Widescreen</PresentationFormat>
  <Paragraphs>164</Paragraphs>
  <Slides>19</Slides>
  <Notes>1</Notes>
  <HiddenSlides>0</HiddenSlides>
  <MMClips>0</MMClips>
  <ScaleCrop>false</ScaleCrop>
  <HeadingPairs>
    <vt:vector size="6" baseType="variant">
      <vt:variant>
        <vt:lpstr>Fonts Used</vt:lpstr>
      </vt:variant>
      <vt:variant>
        <vt:i4>12</vt:i4>
      </vt:variant>
      <vt:variant>
        <vt:lpstr>Theme</vt:lpstr>
      </vt:variant>
      <vt:variant>
        <vt:i4>4</vt:i4>
      </vt:variant>
      <vt:variant>
        <vt:lpstr>Slide Titles</vt:lpstr>
      </vt:variant>
      <vt:variant>
        <vt:i4>19</vt:i4>
      </vt:variant>
    </vt:vector>
  </HeadingPairs>
  <TitlesOfParts>
    <vt:vector size="35" baseType="lpstr">
      <vt:lpstr>Arial Unicode MS</vt:lpstr>
      <vt:lpstr>Arial</vt:lpstr>
      <vt:lpstr>Arial Black</vt:lpstr>
      <vt:lpstr>Arial Narrow</vt:lpstr>
      <vt:lpstr>Calibri</vt:lpstr>
      <vt:lpstr>Cambria</vt:lpstr>
      <vt:lpstr>Consolas</vt:lpstr>
      <vt:lpstr>Courier New</vt:lpstr>
      <vt:lpstr>Edwardian Script ITC</vt:lpstr>
      <vt:lpstr>Times New Roman</vt:lpstr>
      <vt:lpstr>Webdings</vt:lpstr>
      <vt:lpstr>Wingdings</vt:lpstr>
      <vt:lpstr>STEMulusTheme</vt:lpstr>
      <vt:lpstr>GenericTheme</vt:lpstr>
      <vt:lpstr>FibTheme</vt:lpstr>
      <vt:lpstr>1_FibTheme</vt:lpstr>
      <vt:lpstr>Abstract and Sealed Classes</vt:lpstr>
      <vt:lpstr>Overview</vt:lpstr>
      <vt:lpstr>Abstract Classes and Methods</vt:lpstr>
      <vt:lpstr>Abstract Methods</vt:lpstr>
      <vt:lpstr>SEALED Classes and Methods</vt:lpstr>
      <vt:lpstr>Sealed Classes</vt:lpstr>
      <vt:lpstr>Sealed Methods</vt:lpstr>
      <vt:lpstr>Derived class Constructors</vt:lpstr>
      <vt:lpstr>Constructors</vt:lpstr>
      <vt:lpstr>Constructors Of Derived Classes</vt:lpstr>
      <vt:lpstr>Access Modifiers</vt:lpstr>
      <vt:lpstr>Modifiers than Change Visibility</vt:lpstr>
      <vt:lpstr>Visibility Modifier Limitations</vt:lpstr>
      <vt:lpstr>Other Modifiers</vt:lpstr>
      <vt:lpstr>The Is  and As Operators</vt:lpstr>
      <vt:lpstr>Is Operator</vt:lpstr>
      <vt:lpstr>As Operator</vt:lpstr>
      <vt:lpstr>Demo/Code Walkthrough</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account</dc:creator>
  <cp:lastModifiedBy>Robert Garner</cp:lastModifiedBy>
  <cp:revision>240</cp:revision>
  <dcterms:created xsi:type="dcterms:W3CDTF">2015-05-10T23:35:32Z</dcterms:created>
  <dcterms:modified xsi:type="dcterms:W3CDTF">2017-01-09T14:49:17Z</dcterms:modified>
</cp:coreProperties>
</file>